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0" r:id="rId1"/>
  </p:sldMasterIdLst>
  <p:notesMasterIdLst>
    <p:notesMasterId r:id="rId18"/>
  </p:notesMasterIdLst>
  <p:sldIdLst>
    <p:sldId id="259" r:id="rId2"/>
    <p:sldId id="260" r:id="rId3"/>
    <p:sldId id="261" r:id="rId4"/>
    <p:sldId id="304" r:id="rId5"/>
    <p:sldId id="305" r:id="rId6"/>
    <p:sldId id="306" r:id="rId7"/>
    <p:sldId id="307" r:id="rId8"/>
    <p:sldId id="308" r:id="rId9"/>
    <p:sldId id="309" r:id="rId10"/>
    <p:sldId id="310" r:id="rId11"/>
    <p:sldId id="311" r:id="rId12"/>
    <p:sldId id="312" r:id="rId13"/>
    <p:sldId id="313" r:id="rId14"/>
    <p:sldId id="314" r:id="rId15"/>
    <p:sldId id="315" r:id="rId16"/>
    <p:sldId id="316"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6671"/>
    <a:srgbClr val="F4B423"/>
    <a:srgbClr val="4B6D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0D60B0-1962-4DD8-AD54-0305BE5F9559}">
  <a:tblStyle styleId="{330D60B0-1962-4DD8-AD54-0305BE5F955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109" d="100"/>
          <a:sy n="109" d="100"/>
        </p:scale>
        <p:origin x="792" y="-4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4" name="Google Shape;404;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13e65845f0e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BE17F065-B4A0-46A1-0BC5-B83E761B5C6D}"/>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EE470173-35B8-FCEE-517A-2939517A8D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ACF6CD6C-9948-7FAD-7716-2DC64530F6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8272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4813B091-0672-CB28-4125-92D547A67E1C}"/>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FDF2E01D-FA88-1336-CBFE-081EF5143B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E46E7EAF-65AE-6F81-6468-B3E8E2B137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0261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2E97ACA8-6EE9-D955-D3E5-89DD29A863C3}"/>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3B30605C-34CF-788B-2CCC-6E54D746EB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CEF30FE1-118E-5A1B-0FAB-73AB8A9BD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2449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a:extLst>
            <a:ext uri="{FF2B5EF4-FFF2-40B4-BE49-F238E27FC236}">
              <a16:creationId xmlns:a16="http://schemas.microsoft.com/office/drawing/2014/main" id="{B14790BB-5F68-5948-5207-6F916EB82034}"/>
            </a:ext>
          </a:extLst>
        </p:cNvPr>
        <p:cNvGrpSpPr/>
        <p:nvPr/>
      </p:nvGrpSpPr>
      <p:grpSpPr>
        <a:xfrm>
          <a:off x="0" y="0"/>
          <a:ext cx="0" cy="0"/>
          <a:chOff x="0" y="0"/>
          <a:chExt cx="0" cy="0"/>
        </a:xfrm>
      </p:grpSpPr>
      <p:sp>
        <p:nvSpPr>
          <p:cNvPr id="409" name="Google Shape;409;g99f2f57a71_0_207:notes">
            <a:extLst>
              <a:ext uri="{FF2B5EF4-FFF2-40B4-BE49-F238E27FC236}">
                <a16:creationId xmlns:a16="http://schemas.microsoft.com/office/drawing/2014/main" id="{01EC56AF-AB6B-8E83-5DCC-211AC48D1C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99f2f57a71_0_207:notes">
            <a:extLst>
              <a:ext uri="{FF2B5EF4-FFF2-40B4-BE49-F238E27FC236}">
                <a16:creationId xmlns:a16="http://schemas.microsoft.com/office/drawing/2014/main" id="{E392403A-668D-CC6F-E48A-335CF6E032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7575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89C4F28B-0DCD-03CB-A6FC-BE8C78BD22EA}"/>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754C9501-520B-7D1F-BE50-EEB4221062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5BC746DA-D587-5405-8D4A-2D2BE2282A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6890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4ADD42E3-C0DC-6028-F257-159A406B2389}"/>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86B792A8-17F0-7C5A-FA0B-24A7E963C9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70BFB3C8-7552-92DC-FA8D-4C8DE8A2AE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3086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CBDFCCE8-2C37-37BB-CDEF-3DD9AAA324BC}"/>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285EDD0A-C305-CECC-4991-8B797C00B6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E801BAC5-6B4F-4EE3-D9B1-28AE33776A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73487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55469086-82BF-7E20-F63D-F0427B018F2E}"/>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461AF493-E815-FE42-1535-38C7D2087BD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8CE1AB65-CD12-5D75-F2EE-99E3DFBC80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1070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a:extLst>
            <a:ext uri="{FF2B5EF4-FFF2-40B4-BE49-F238E27FC236}">
              <a16:creationId xmlns:a16="http://schemas.microsoft.com/office/drawing/2014/main" id="{E1162973-75FE-1F5F-BEE2-7CEA35AC7FA8}"/>
            </a:ext>
          </a:extLst>
        </p:cNvPr>
        <p:cNvGrpSpPr/>
        <p:nvPr/>
      </p:nvGrpSpPr>
      <p:grpSpPr>
        <a:xfrm>
          <a:off x="0" y="0"/>
          <a:ext cx="0" cy="0"/>
          <a:chOff x="0" y="0"/>
          <a:chExt cx="0" cy="0"/>
        </a:xfrm>
      </p:grpSpPr>
      <p:sp>
        <p:nvSpPr>
          <p:cNvPr id="409" name="Google Shape;409;g99f2f57a71_0_207:notes">
            <a:extLst>
              <a:ext uri="{FF2B5EF4-FFF2-40B4-BE49-F238E27FC236}">
                <a16:creationId xmlns:a16="http://schemas.microsoft.com/office/drawing/2014/main" id="{03210717-FBA9-3677-EF07-5A73B8C00B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99f2f57a71_0_207:notes">
            <a:extLst>
              <a:ext uri="{FF2B5EF4-FFF2-40B4-BE49-F238E27FC236}">
                <a16:creationId xmlns:a16="http://schemas.microsoft.com/office/drawing/2014/main" id="{C47DCD56-239C-EFA3-5A5A-257D0BBC36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118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4A2E8E10-CA10-5DE0-AB2B-F1963D3488A3}"/>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81C54F67-0BA7-973E-CFFA-7DDD3EF51F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2A592EA8-0B3C-DA48-1FAF-7AF522EF29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6991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E41D32E9-7894-30C2-7E45-727917C89D4B}"/>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38D070BB-FDC1-A4FF-25FC-C5AA53EA7E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005B2FCF-155B-56CD-3249-79F71DA035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9559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73F2F182-57CC-8820-3B3C-96C61DED57B9}"/>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0E3EE71C-8E36-EA7F-D14D-47B620C07B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AB038CB4-3817-4652-EACF-491724843D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5480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a:extLst>
            <a:ext uri="{FF2B5EF4-FFF2-40B4-BE49-F238E27FC236}">
              <a16:creationId xmlns:a16="http://schemas.microsoft.com/office/drawing/2014/main" id="{EBE7CFDD-7087-E132-48A2-5B3612378DC3}"/>
            </a:ext>
          </a:extLst>
        </p:cNvPr>
        <p:cNvGrpSpPr/>
        <p:nvPr/>
      </p:nvGrpSpPr>
      <p:grpSpPr>
        <a:xfrm>
          <a:off x="0" y="0"/>
          <a:ext cx="0" cy="0"/>
          <a:chOff x="0" y="0"/>
          <a:chExt cx="0" cy="0"/>
        </a:xfrm>
      </p:grpSpPr>
      <p:sp>
        <p:nvSpPr>
          <p:cNvPr id="420" name="Google Shape;420;g13e65845f0e_1_24:notes">
            <a:extLst>
              <a:ext uri="{FF2B5EF4-FFF2-40B4-BE49-F238E27FC236}">
                <a16:creationId xmlns:a16="http://schemas.microsoft.com/office/drawing/2014/main" id="{C519DF26-B2F4-ED5A-364C-E435FA4D64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3e65845f0e_1_24:notes">
            <a:extLst>
              <a:ext uri="{FF2B5EF4-FFF2-40B4-BE49-F238E27FC236}">
                <a16:creationId xmlns:a16="http://schemas.microsoft.com/office/drawing/2014/main" id="{DD7F5283-67FB-B926-E02E-D397D5AD9E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108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713100" y="2343250"/>
            <a:ext cx="4330200" cy="15615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 name="Google Shape;19;p3"/>
          <p:cNvSpPr txBox="1">
            <a:spLocks noGrp="1"/>
          </p:cNvSpPr>
          <p:nvPr>
            <p:ph type="title" idx="2" hasCustomPrompt="1"/>
          </p:nvPr>
        </p:nvSpPr>
        <p:spPr>
          <a:xfrm>
            <a:off x="2273975" y="1163900"/>
            <a:ext cx="12087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0" name="Google Shape;20;p3"/>
          <p:cNvSpPr txBox="1">
            <a:spLocks noGrp="1"/>
          </p:cNvSpPr>
          <p:nvPr>
            <p:ph type="subTitle" idx="1"/>
          </p:nvPr>
        </p:nvSpPr>
        <p:spPr>
          <a:xfrm>
            <a:off x="713100" y="3904750"/>
            <a:ext cx="4330200" cy="434700"/>
          </a:xfrm>
          <a:prstGeom prst="rect">
            <a:avLst/>
          </a:prstGeom>
          <a:solidFill>
            <a:schemeClr val="dk2"/>
          </a:solidFill>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solidFill>
                  <a:schemeClr val="dk1"/>
                </a:solidFill>
              </a:defRPr>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21" name="Google Shape;21;p3"/>
          <p:cNvSpPr/>
          <p:nvPr/>
        </p:nvSpPr>
        <p:spPr>
          <a:xfrm rot="5400000">
            <a:off x="-951703" y="393747"/>
            <a:ext cx="1818300" cy="15759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645051" y="4508906"/>
            <a:ext cx="2026200" cy="17559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3741819" y="4766900"/>
            <a:ext cx="1430700" cy="12399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rot="5400000">
            <a:off x="35097" y="-375340"/>
            <a:ext cx="1427700" cy="12372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4890047" y="-699328"/>
            <a:ext cx="1818300" cy="15759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hree columns">
  <p:cSld name="CUSTOM_6_3">
    <p:spTree>
      <p:nvGrpSpPr>
        <p:cNvPr id="1" name="Shape 195"/>
        <p:cNvGrpSpPr/>
        <p:nvPr/>
      </p:nvGrpSpPr>
      <p:grpSpPr>
        <a:xfrm>
          <a:off x="0" y="0"/>
          <a:ext cx="0" cy="0"/>
          <a:chOff x="0" y="0"/>
          <a:chExt cx="0" cy="0"/>
        </a:xfrm>
      </p:grpSpPr>
      <p:sp>
        <p:nvSpPr>
          <p:cNvPr id="196" name="Google Shape;196;p20"/>
          <p:cNvSpPr txBox="1">
            <a:spLocks noGrp="1"/>
          </p:cNvSpPr>
          <p:nvPr>
            <p:ph type="title"/>
          </p:nvPr>
        </p:nvSpPr>
        <p:spPr>
          <a:xfrm>
            <a:off x="720075" y="539400"/>
            <a:ext cx="7704000" cy="642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7" name="Google Shape;197;p20"/>
          <p:cNvSpPr txBox="1">
            <a:spLocks noGrp="1"/>
          </p:cNvSpPr>
          <p:nvPr>
            <p:ph type="subTitle" idx="1"/>
          </p:nvPr>
        </p:nvSpPr>
        <p:spPr>
          <a:xfrm>
            <a:off x="899275" y="2200100"/>
            <a:ext cx="22521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198" name="Google Shape;198;p20"/>
          <p:cNvSpPr txBox="1">
            <a:spLocks noGrp="1"/>
          </p:cNvSpPr>
          <p:nvPr>
            <p:ph type="subTitle" idx="2"/>
          </p:nvPr>
        </p:nvSpPr>
        <p:spPr>
          <a:xfrm>
            <a:off x="3446025" y="2200100"/>
            <a:ext cx="22521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199" name="Google Shape;199;p20"/>
          <p:cNvSpPr txBox="1">
            <a:spLocks noGrp="1"/>
          </p:cNvSpPr>
          <p:nvPr>
            <p:ph type="subTitle" idx="3"/>
          </p:nvPr>
        </p:nvSpPr>
        <p:spPr>
          <a:xfrm>
            <a:off x="5992750" y="2200100"/>
            <a:ext cx="22521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1600"/>
              </a:spcBef>
              <a:spcAft>
                <a:spcPts val="0"/>
              </a:spcAft>
              <a:buClr>
                <a:schemeClr val="dk1"/>
              </a:buClr>
              <a:buSzPts val="1400"/>
              <a:buNone/>
              <a:defRPr>
                <a:solidFill>
                  <a:schemeClr val="dk1"/>
                </a:solidFill>
              </a:defRPr>
            </a:lvl3pPr>
            <a:lvl4pPr lvl="3" algn="ctr" rtl="0">
              <a:lnSpc>
                <a:spcPct val="100000"/>
              </a:lnSpc>
              <a:spcBef>
                <a:spcPts val="1600"/>
              </a:spcBef>
              <a:spcAft>
                <a:spcPts val="0"/>
              </a:spcAft>
              <a:buClr>
                <a:schemeClr val="dk1"/>
              </a:buClr>
              <a:buSzPts val="1400"/>
              <a:buNone/>
              <a:defRPr>
                <a:solidFill>
                  <a:schemeClr val="dk1"/>
                </a:solidFill>
              </a:defRPr>
            </a:lvl4pPr>
            <a:lvl5pPr lvl="4" algn="ctr" rtl="0">
              <a:lnSpc>
                <a:spcPct val="100000"/>
              </a:lnSpc>
              <a:spcBef>
                <a:spcPts val="1600"/>
              </a:spcBef>
              <a:spcAft>
                <a:spcPts val="0"/>
              </a:spcAft>
              <a:buClr>
                <a:schemeClr val="dk1"/>
              </a:buClr>
              <a:buSzPts val="1400"/>
              <a:buNone/>
              <a:defRPr>
                <a:solidFill>
                  <a:schemeClr val="dk1"/>
                </a:solidFill>
              </a:defRPr>
            </a:lvl5pPr>
            <a:lvl6pPr lvl="5" algn="ctr" rtl="0">
              <a:lnSpc>
                <a:spcPct val="100000"/>
              </a:lnSpc>
              <a:spcBef>
                <a:spcPts val="1600"/>
              </a:spcBef>
              <a:spcAft>
                <a:spcPts val="0"/>
              </a:spcAft>
              <a:buClr>
                <a:schemeClr val="dk1"/>
              </a:buClr>
              <a:buSzPts val="1400"/>
              <a:buNone/>
              <a:defRPr>
                <a:solidFill>
                  <a:schemeClr val="dk1"/>
                </a:solidFill>
              </a:defRPr>
            </a:lvl6pPr>
            <a:lvl7pPr lvl="6" algn="ctr" rtl="0">
              <a:lnSpc>
                <a:spcPct val="100000"/>
              </a:lnSpc>
              <a:spcBef>
                <a:spcPts val="1600"/>
              </a:spcBef>
              <a:spcAft>
                <a:spcPts val="0"/>
              </a:spcAft>
              <a:buClr>
                <a:schemeClr val="dk1"/>
              </a:buClr>
              <a:buSzPts val="1400"/>
              <a:buNone/>
              <a:defRPr>
                <a:solidFill>
                  <a:schemeClr val="dk1"/>
                </a:solidFill>
              </a:defRPr>
            </a:lvl7pPr>
            <a:lvl8pPr lvl="7" algn="ctr" rtl="0">
              <a:lnSpc>
                <a:spcPct val="100000"/>
              </a:lnSpc>
              <a:spcBef>
                <a:spcPts val="1600"/>
              </a:spcBef>
              <a:spcAft>
                <a:spcPts val="0"/>
              </a:spcAft>
              <a:buClr>
                <a:schemeClr val="dk1"/>
              </a:buClr>
              <a:buSzPts val="1400"/>
              <a:buNone/>
              <a:defRPr>
                <a:solidFill>
                  <a:schemeClr val="dk1"/>
                </a:solidFill>
              </a:defRPr>
            </a:lvl8pPr>
            <a:lvl9pPr lvl="8" algn="ctr" rtl="0">
              <a:lnSpc>
                <a:spcPct val="100000"/>
              </a:lnSpc>
              <a:spcBef>
                <a:spcPts val="1600"/>
              </a:spcBef>
              <a:spcAft>
                <a:spcPts val="1600"/>
              </a:spcAft>
              <a:buClr>
                <a:schemeClr val="dk1"/>
              </a:buClr>
              <a:buSzPts val="1400"/>
              <a:buNone/>
              <a:defRPr>
                <a:solidFill>
                  <a:schemeClr val="dk1"/>
                </a:solidFill>
              </a:defRPr>
            </a:lvl9pPr>
          </a:lstStyle>
          <a:p>
            <a:endParaRPr/>
          </a:p>
        </p:txBody>
      </p:sp>
      <p:sp>
        <p:nvSpPr>
          <p:cNvPr id="200" name="Google Shape;200;p20"/>
          <p:cNvSpPr txBox="1">
            <a:spLocks noGrp="1"/>
          </p:cNvSpPr>
          <p:nvPr>
            <p:ph type="subTitle" idx="4"/>
          </p:nvPr>
        </p:nvSpPr>
        <p:spPr>
          <a:xfrm>
            <a:off x="899275" y="1881475"/>
            <a:ext cx="22521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Baloo 2"/>
              <a:buNone/>
              <a:defRPr sz="2000" b="1">
                <a:solidFill>
                  <a:schemeClr val="dk1"/>
                </a:solidFill>
                <a:latin typeface="Baloo 2"/>
                <a:ea typeface="Baloo 2"/>
                <a:cs typeface="Baloo 2"/>
                <a:sym typeface="Baloo 2"/>
              </a:defRPr>
            </a:lvl1pPr>
            <a:lvl2pPr lvl="1" algn="ctr" rtl="0">
              <a:lnSpc>
                <a:spcPct val="100000"/>
              </a:lnSpc>
              <a:spcBef>
                <a:spcPts val="0"/>
              </a:spcBef>
              <a:spcAft>
                <a:spcPts val="0"/>
              </a:spcAft>
              <a:buSzPts val="2000"/>
              <a:buFont typeface="Baloo 2"/>
              <a:buNone/>
              <a:defRPr sz="2000" b="1">
                <a:latin typeface="Baloo 2"/>
                <a:ea typeface="Baloo 2"/>
                <a:cs typeface="Baloo 2"/>
                <a:sym typeface="Baloo 2"/>
              </a:defRPr>
            </a:lvl2pPr>
            <a:lvl3pPr lvl="2" algn="ctr" rtl="0">
              <a:lnSpc>
                <a:spcPct val="100000"/>
              </a:lnSpc>
              <a:spcBef>
                <a:spcPts val="0"/>
              </a:spcBef>
              <a:spcAft>
                <a:spcPts val="0"/>
              </a:spcAft>
              <a:buSzPts val="2000"/>
              <a:buFont typeface="Baloo 2"/>
              <a:buNone/>
              <a:defRPr sz="2000" b="1">
                <a:latin typeface="Baloo 2"/>
                <a:ea typeface="Baloo 2"/>
                <a:cs typeface="Baloo 2"/>
                <a:sym typeface="Baloo 2"/>
              </a:defRPr>
            </a:lvl3pPr>
            <a:lvl4pPr lvl="3" algn="ctr" rtl="0">
              <a:lnSpc>
                <a:spcPct val="100000"/>
              </a:lnSpc>
              <a:spcBef>
                <a:spcPts val="0"/>
              </a:spcBef>
              <a:spcAft>
                <a:spcPts val="0"/>
              </a:spcAft>
              <a:buSzPts val="2000"/>
              <a:buFont typeface="Baloo 2"/>
              <a:buNone/>
              <a:defRPr sz="2000" b="1">
                <a:latin typeface="Baloo 2"/>
                <a:ea typeface="Baloo 2"/>
                <a:cs typeface="Baloo 2"/>
                <a:sym typeface="Baloo 2"/>
              </a:defRPr>
            </a:lvl4pPr>
            <a:lvl5pPr lvl="4" algn="ctr" rtl="0">
              <a:lnSpc>
                <a:spcPct val="100000"/>
              </a:lnSpc>
              <a:spcBef>
                <a:spcPts val="0"/>
              </a:spcBef>
              <a:spcAft>
                <a:spcPts val="0"/>
              </a:spcAft>
              <a:buSzPts val="2000"/>
              <a:buFont typeface="Baloo 2"/>
              <a:buNone/>
              <a:defRPr sz="2000" b="1">
                <a:latin typeface="Baloo 2"/>
                <a:ea typeface="Baloo 2"/>
                <a:cs typeface="Baloo 2"/>
                <a:sym typeface="Baloo 2"/>
              </a:defRPr>
            </a:lvl5pPr>
            <a:lvl6pPr lvl="5" algn="ctr" rtl="0">
              <a:lnSpc>
                <a:spcPct val="100000"/>
              </a:lnSpc>
              <a:spcBef>
                <a:spcPts val="0"/>
              </a:spcBef>
              <a:spcAft>
                <a:spcPts val="0"/>
              </a:spcAft>
              <a:buSzPts val="2000"/>
              <a:buFont typeface="Baloo 2"/>
              <a:buNone/>
              <a:defRPr sz="2000" b="1">
                <a:latin typeface="Baloo 2"/>
                <a:ea typeface="Baloo 2"/>
                <a:cs typeface="Baloo 2"/>
                <a:sym typeface="Baloo 2"/>
              </a:defRPr>
            </a:lvl6pPr>
            <a:lvl7pPr lvl="6" algn="ctr" rtl="0">
              <a:lnSpc>
                <a:spcPct val="100000"/>
              </a:lnSpc>
              <a:spcBef>
                <a:spcPts val="0"/>
              </a:spcBef>
              <a:spcAft>
                <a:spcPts val="0"/>
              </a:spcAft>
              <a:buSzPts val="2000"/>
              <a:buFont typeface="Baloo 2"/>
              <a:buNone/>
              <a:defRPr sz="2000" b="1">
                <a:latin typeface="Baloo 2"/>
                <a:ea typeface="Baloo 2"/>
                <a:cs typeface="Baloo 2"/>
                <a:sym typeface="Baloo 2"/>
              </a:defRPr>
            </a:lvl7pPr>
            <a:lvl8pPr lvl="7" algn="ctr" rtl="0">
              <a:lnSpc>
                <a:spcPct val="100000"/>
              </a:lnSpc>
              <a:spcBef>
                <a:spcPts val="0"/>
              </a:spcBef>
              <a:spcAft>
                <a:spcPts val="0"/>
              </a:spcAft>
              <a:buSzPts val="2000"/>
              <a:buFont typeface="Baloo 2"/>
              <a:buNone/>
              <a:defRPr sz="2000" b="1">
                <a:latin typeface="Baloo 2"/>
                <a:ea typeface="Baloo 2"/>
                <a:cs typeface="Baloo 2"/>
                <a:sym typeface="Baloo 2"/>
              </a:defRPr>
            </a:lvl8pPr>
            <a:lvl9pPr lvl="8" algn="ctr" rtl="0">
              <a:lnSpc>
                <a:spcPct val="100000"/>
              </a:lnSpc>
              <a:spcBef>
                <a:spcPts val="0"/>
              </a:spcBef>
              <a:spcAft>
                <a:spcPts val="0"/>
              </a:spcAft>
              <a:buSzPts val="2000"/>
              <a:buFont typeface="Baloo 2"/>
              <a:buNone/>
              <a:defRPr sz="2000" b="1">
                <a:latin typeface="Baloo 2"/>
                <a:ea typeface="Baloo 2"/>
                <a:cs typeface="Baloo 2"/>
                <a:sym typeface="Baloo 2"/>
              </a:defRPr>
            </a:lvl9pPr>
          </a:lstStyle>
          <a:p>
            <a:endParaRPr/>
          </a:p>
        </p:txBody>
      </p:sp>
      <p:sp>
        <p:nvSpPr>
          <p:cNvPr id="201" name="Google Shape;201;p20"/>
          <p:cNvSpPr txBox="1">
            <a:spLocks noGrp="1"/>
          </p:cNvSpPr>
          <p:nvPr>
            <p:ph type="subTitle" idx="5"/>
          </p:nvPr>
        </p:nvSpPr>
        <p:spPr>
          <a:xfrm>
            <a:off x="3446029" y="1881475"/>
            <a:ext cx="22521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Baloo 2"/>
              <a:buNone/>
              <a:defRPr sz="2000" b="1">
                <a:solidFill>
                  <a:schemeClr val="dk1"/>
                </a:solidFill>
                <a:latin typeface="Baloo 2"/>
                <a:ea typeface="Baloo 2"/>
                <a:cs typeface="Baloo 2"/>
                <a:sym typeface="Baloo 2"/>
              </a:defRPr>
            </a:lvl1pPr>
            <a:lvl2pPr lvl="1" algn="ctr" rtl="0">
              <a:lnSpc>
                <a:spcPct val="100000"/>
              </a:lnSpc>
              <a:spcBef>
                <a:spcPts val="0"/>
              </a:spcBef>
              <a:spcAft>
                <a:spcPts val="0"/>
              </a:spcAft>
              <a:buSzPts val="2000"/>
              <a:buFont typeface="Baloo 2"/>
              <a:buNone/>
              <a:defRPr sz="2000" b="1">
                <a:latin typeface="Baloo 2"/>
                <a:ea typeface="Baloo 2"/>
                <a:cs typeface="Baloo 2"/>
                <a:sym typeface="Baloo 2"/>
              </a:defRPr>
            </a:lvl2pPr>
            <a:lvl3pPr lvl="2" algn="ctr" rtl="0">
              <a:lnSpc>
                <a:spcPct val="100000"/>
              </a:lnSpc>
              <a:spcBef>
                <a:spcPts val="0"/>
              </a:spcBef>
              <a:spcAft>
                <a:spcPts val="0"/>
              </a:spcAft>
              <a:buSzPts val="2000"/>
              <a:buFont typeface="Baloo 2"/>
              <a:buNone/>
              <a:defRPr sz="2000" b="1">
                <a:latin typeface="Baloo 2"/>
                <a:ea typeface="Baloo 2"/>
                <a:cs typeface="Baloo 2"/>
                <a:sym typeface="Baloo 2"/>
              </a:defRPr>
            </a:lvl3pPr>
            <a:lvl4pPr lvl="3" algn="ctr" rtl="0">
              <a:lnSpc>
                <a:spcPct val="100000"/>
              </a:lnSpc>
              <a:spcBef>
                <a:spcPts val="0"/>
              </a:spcBef>
              <a:spcAft>
                <a:spcPts val="0"/>
              </a:spcAft>
              <a:buSzPts val="2000"/>
              <a:buFont typeface="Baloo 2"/>
              <a:buNone/>
              <a:defRPr sz="2000" b="1">
                <a:latin typeface="Baloo 2"/>
                <a:ea typeface="Baloo 2"/>
                <a:cs typeface="Baloo 2"/>
                <a:sym typeface="Baloo 2"/>
              </a:defRPr>
            </a:lvl4pPr>
            <a:lvl5pPr lvl="4" algn="ctr" rtl="0">
              <a:lnSpc>
                <a:spcPct val="100000"/>
              </a:lnSpc>
              <a:spcBef>
                <a:spcPts val="0"/>
              </a:spcBef>
              <a:spcAft>
                <a:spcPts val="0"/>
              </a:spcAft>
              <a:buSzPts val="2000"/>
              <a:buFont typeface="Baloo 2"/>
              <a:buNone/>
              <a:defRPr sz="2000" b="1">
                <a:latin typeface="Baloo 2"/>
                <a:ea typeface="Baloo 2"/>
                <a:cs typeface="Baloo 2"/>
                <a:sym typeface="Baloo 2"/>
              </a:defRPr>
            </a:lvl5pPr>
            <a:lvl6pPr lvl="5" algn="ctr" rtl="0">
              <a:lnSpc>
                <a:spcPct val="100000"/>
              </a:lnSpc>
              <a:spcBef>
                <a:spcPts val="0"/>
              </a:spcBef>
              <a:spcAft>
                <a:spcPts val="0"/>
              </a:spcAft>
              <a:buSzPts val="2000"/>
              <a:buFont typeface="Baloo 2"/>
              <a:buNone/>
              <a:defRPr sz="2000" b="1">
                <a:latin typeface="Baloo 2"/>
                <a:ea typeface="Baloo 2"/>
                <a:cs typeface="Baloo 2"/>
                <a:sym typeface="Baloo 2"/>
              </a:defRPr>
            </a:lvl6pPr>
            <a:lvl7pPr lvl="6" algn="ctr" rtl="0">
              <a:lnSpc>
                <a:spcPct val="100000"/>
              </a:lnSpc>
              <a:spcBef>
                <a:spcPts val="0"/>
              </a:spcBef>
              <a:spcAft>
                <a:spcPts val="0"/>
              </a:spcAft>
              <a:buSzPts val="2000"/>
              <a:buFont typeface="Baloo 2"/>
              <a:buNone/>
              <a:defRPr sz="2000" b="1">
                <a:latin typeface="Baloo 2"/>
                <a:ea typeface="Baloo 2"/>
                <a:cs typeface="Baloo 2"/>
                <a:sym typeface="Baloo 2"/>
              </a:defRPr>
            </a:lvl7pPr>
            <a:lvl8pPr lvl="7" algn="ctr" rtl="0">
              <a:lnSpc>
                <a:spcPct val="100000"/>
              </a:lnSpc>
              <a:spcBef>
                <a:spcPts val="0"/>
              </a:spcBef>
              <a:spcAft>
                <a:spcPts val="0"/>
              </a:spcAft>
              <a:buSzPts val="2000"/>
              <a:buFont typeface="Baloo 2"/>
              <a:buNone/>
              <a:defRPr sz="2000" b="1">
                <a:latin typeface="Baloo 2"/>
                <a:ea typeface="Baloo 2"/>
                <a:cs typeface="Baloo 2"/>
                <a:sym typeface="Baloo 2"/>
              </a:defRPr>
            </a:lvl8pPr>
            <a:lvl9pPr lvl="8" algn="ctr" rtl="0">
              <a:lnSpc>
                <a:spcPct val="100000"/>
              </a:lnSpc>
              <a:spcBef>
                <a:spcPts val="0"/>
              </a:spcBef>
              <a:spcAft>
                <a:spcPts val="0"/>
              </a:spcAft>
              <a:buSzPts val="2000"/>
              <a:buFont typeface="Baloo 2"/>
              <a:buNone/>
              <a:defRPr sz="2000" b="1">
                <a:latin typeface="Baloo 2"/>
                <a:ea typeface="Baloo 2"/>
                <a:cs typeface="Baloo 2"/>
                <a:sym typeface="Baloo 2"/>
              </a:defRPr>
            </a:lvl9pPr>
          </a:lstStyle>
          <a:p>
            <a:endParaRPr/>
          </a:p>
        </p:txBody>
      </p:sp>
      <p:sp>
        <p:nvSpPr>
          <p:cNvPr id="202" name="Google Shape;202;p20"/>
          <p:cNvSpPr txBox="1">
            <a:spLocks noGrp="1"/>
          </p:cNvSpPr>
          <p:nvPr>
            <p:ph type="subTitle" idx="6"/>
          </p:nvPr>
        </p:nvSpPr>
        <p:spPr>
          <a:xfrm>
            <a:off x="5992751" y="1881475"/>
            <a:ext cx="22521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Baloo 2"/>
              <a:buNone/>
              <a:defRPr sz="2000" b="1">
                <a:solidFill>
                  <a:schemeClr val="dk1"/>
                </a:solidFill>
                <a:latin typeface="Baloo 2"/>
                <a:ea typeface="Baloo 2"/>
                <a:cs typeface="Baloo 2"/>
                <a:sym typeface="Baloo 2"/>
              </a:defRPr>
            </a:lvl1pPr>
            <a:lvl2pPr lvl="1" algn="ctr" rtl="0">
              <a:lnSpc>
                <a:spcPct val="100000"/>
              </a:lnSpc>
              <a:spcBef>
                <a:spcPts val="0"/>
              </a:spcBef>
              <a:spcAft>
                <a:spcPts val="0"/>
              </a:spcAft>
              <a:buSzPts val="2000"/>
              <a:buFont typeface="Baloo 2"/>
              <a:buNone/>
              <a:defRPr sz="2000" b="1">
                <a:latin typeface="Baloo 2"/>
                <a:ea typeface="Baloo 2"/>
                <a:cs typeface="Baloo 2"/>
                <a:sym typeface="Baloo 2"/>
              </a:defRPr>
            </a:lvl2pPr>
            <a:lvl3pPr lvl="2" algn="ctr" rtl="0">
              <a:lnSpc>
                <a:spcPct val="100000"/>
              </a:lnSpc>
              <a:spcBef>
                <a:spcPts val="0"/>
              </a:spcBef>
              <a:spcAft>
                <a:spcPts val="0"/>
              </a:spcAft>
              <a:buSzPts val="2000"/>
              <a:buFont typeface="Baloo 2"/>
              <a:buNone/>
              <a:defRPr sz="2000" b="1">
                <a:latin typeface="Baloo 2"/>
                <a:ea typeface="Baloo 2"/>
                <a:cs typeface="Baloo 2"/>
                <a:sym typeface="Baloo 2"/>
              </a:defRPr>
            </a:lvl3pPr>
            <a:lvl4pPr lvl="3" algn="ctr" rtl="0">
              <a:lnSpc>
                <a:spcPct val="100000"/>
              </a:lnSpc>
              <a:spcBef>
                <a:spcPts val="0"/>
              </a:spcBef>
              <a:spcAft>
                <a:spcPts val="0"/>
              </a:spcAft>
              <a:buSzPts val="2000"/>
              <a:buFont typeface="Baloo 2"/>
              <a:buNone/>
              <a:defRPr sz="2000" b="1">
                <a:latin typeface="Baloo 2"/>
                <a:ea typeface="Baloo 2"/>
                <a:cs typeface="Baloo 2"/>
                <a:sym typeface="Baloo 2"/>
              </a:defRPr>
            </a:lvl4pPr>
            <a:lvl5pPr lvl="4" algn="ctr" rtl="0">
              <a:lnSpc>
                <a:spcPct val="100000"/>
              </a:lnSpc>
              <a:spcBef>
                <a:spcPts val="0"/>
              </a:spcBef>
              <a:spcAft>
                <a:spcPts val="0"/>
              </a:spcAft>
              <a:buSzPts val="2000"/>
              <a:buFont typeface="Baloo 2"/>
              <a:buNone/>
              <a:defRPr sz="2000" b="1">
                <a:latin typeface="Baloo 2"/>
                <a:ea typeface="Baloo 2"/>
                <a:cs typeface="Baloo 2"/>
                <a:sym typeface="Baloo 2"/>
              </a:defRPr>
            </a:lvl5pPr>
            <a:lvl6pPr lvl="5" algn="ctr" rtl="0">
              <a:lnSpc>
                <a:spcPct val="100000"/>
              </a:lnSpc>
              <a:spcBef>
                <a:spcPts val="0"/>
              </a:spcBef>
              <a:spcAft>
                <a:spcPts val="0"/>
              </a:spcAft>
              <a:buSzPts val="2000"/>
              <a:buFont typeface="Baloo 2"/>
              <a:buNone/>
              <a:defRPr sz="2000" b="1">
                <a:latin typeface="Baloo 2"/>
                <a:ea typeface="Baloo 2"/>
                <a:cs typeface="Baloo 2"/>
                <a:sym typeface="Baloo 2"/>
              </a:defRPr>
            </a:lvl6pPr>
            <a:lvl7pPr lvl="6" algn="ctr" rtl="0">
              <a:lnSpc>
                <a:spcPct val="100000"/>
              </a:lnSpc>
              <a:spcBef>
                <a:spcPts val="0"/>
              </a:spcBef>
              <a:spcAft>
                <a:spcPts val="0"/>
              </a:spcAft>
              <a:buSzPts val="2000"/>
              <a:buFont typeface="Baloo 2"/>
              <a:buNone/>
              <a:defRPr sz="2000" b="1">
                <a:latin typeface="Baloo 2"/>
                <a:ea typeface="Baloo 2"/>
                <a:cs typeface="Baloo 2"/>
                <a:sym typeface="Baloo 2"/>
              </a:defRPr>
            </a:lvl7pPr>
            <a:lvl8pPr lvl="7" algn="ctr" rtl="0">
              <a:lnSpc>
                <a:spcPct val="100000"/>
              </a:lnSpc>
              <a:spcBef>
                <a:spcPts val="0"/>
              </a:spcBef>
              <a:spcAft>
                <a:spcPts val="0"/>
              </a:spcAft>
              <a:buSzPts val="2000"/>
              <a:buFont typeface="Baloo 2"/>
              <a:buNone/>
              <a:defRPr sz="2000" b="1">
                <a:latin typeface="Baloo 2"/>
                <a:ea typeface="Baloo 2"/>
                <a:cs typeface="Baloo 2"/>
                <a:sym typeface="Baloo 2"/>
              </a:defRPr>
            </a:lvl8pPr>
            <a:lvl9pPr lvl="8" algn="ctr" rtl="0">
              <a:lnSpc>
                <a:spcPct val="100000"/>
              </a:lnSpc>
              <a:spcBef>
                <a:spcPts val="0"/>
              </a:spcBef>
              <a:spcAft>
                <a:spcPts val="0"/>
              </a:spcAft>
              <a:buSzPts val="2000"/>
              <a:buFont typeface="Baloo 2"/>
              <a:buNone/>
              <a:defRPr sz="2000" b="1">
                <a:latin typeface="Baloo 2"/>
                <a:ea typeface="Baloo 2"/>
                <a:cs typeface="Baloo 2"/>
                <a:sym typeface="Baloo 2"/>
              </a:defRPr>
            </a:lvl9pPr>
          </a:lstStyle>
          <a:p>
            <a:endParaRPr/>
          </a:p>
        </p:txBody>
      </p:sp>
      <p:sp>
        <p:nvSpPr>
          <p:cNvPr id="203" name="Google Shape;203;p20"/>
          <p:cNvSpPr/>
          <p:nvPr/>
        </p:nvSpPr>
        <p:spPr>
          <a:xfrm rot="5400000">
            <a:off x="430450" y="4627765"/>
            <a:ext cx="1949400" cy="16893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0"/>
          <p:cNvSpPr/>
          <p:nvPr/>
        </p:nvSpPr>
        <p:spPr>
          <a:xfrm rot="5400000">
            <a:off x="-1325422" y="3755661"/>
            <a:ext cx="2482800" cy="2151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0"/>
          <p:cNvSpPr/>
          <p:nvPr/>
        </p:nvSpPr>
        <p:spPr>
          <a:xfrm rot="5400000">
            <a:off x="6597025" y="4523050"/>
            <a:ext cx="1953600" cy="16929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0"/>
          <p:cNvSpPr/>
          <p:nvPr/>
        </p:nvSpPr>
        <p:spPr>
          <a:xfrm rot="5400000">
            <a:off x="1020925" y="-1313450"/>
            <a:ext cx="1814700" cy="1572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0"/>
          <p:cNvSpPr/>
          <p:nvPr/>
        </p:nvSpPr>
        <p:spPr>
          <a:xfrm rot="5400000">
            <a:off x="2637450" y="-1324250"/>
            <a:ext cx="1653600" cy="14331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0"/>
          <p:cNvSpPr/>
          <p:nvPr/>
        </p:nvSpPr>
        <p:spPr>
          <a:xfrm rot="5400000">
            <a:off x="7941900" y="-835500"/>
            <a:ext cx="1473300" cy="12765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0"/>
          <p:cNvSpPr/>
          <p:nvPr/>
        </p:nvSpPr>
        <p:spPr>
          <a:xfrm rot="5400000">
            <a:off x="7735500" y="3952702"/>
            <a:ext cx="2386800" cy="20685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0"/>
          <p:cNvSpPr/>
          <p:nvPr/>
        </p:nvSpPr>
        <p:spPr>
          <a:xfrm rot="5400000">
            <a:off x="4070550" y="4903775"/>
            <a:ext cx="1653600" cy="14331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15"/>
        <p:cNvGrpSpPr/>
        <p:nvPr/>
      </p:nvGrpSpPr>
      <p:grpSpPr>
        <a:xfrm>
          <a:off x="0" y="0"/>
          <a:ext cx="0" cy="0"/>
          <a:chOff x="0" y="0"/>
          <a:chExt cx="0" cy="0"/>
        </a:xfrm>
      </p:grpSpPr>
      <p:sp>
        <p:nvSpPr>
          <p:cNvPr id="316" name="Google Shape;316;p28"/>
          <p:cNvSpPr/>
          <p:nvPr/>
        </p:nvSpPr>
        <p:spPr>
          <a:xfrm rot="5400000">
            <a:off x="-1711197" y="3350761"/>
            <a:ext cx="2482800" cy="2151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8"/>
          <p:cNvSpPr/>
          <p:nvPr/>
        </p:nvSpPr>
        <p:spPr>
          <a:xfrm rot="5400000">
            <a:off x="6802750" y="4621475"/>
            <a:ext cx="1953600" cy="16929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8"/>
          <p:cNvSpPr/>
          <p:nvPr/>
        </p:nvSpPr>
        <p:spPr>
          <a:xfrm rot="5400000">
            <a:off x="8376225" y="503875"/>
            <a:ext cx="1814700" cy="1572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8"/>
          <p:cNvSpPr/>
          <p:nvPr/>
        </p:nvSpPr>
        <p:spPr>
          <a:xfrm rot="5400000">
            <a:off x="328050" y="-1070375"/>
            <a:ext cx="1653600" cy="14331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8"/>
          <p:cNvSpPr/>
          <p:nvPr/>
        </p:nvSpPr>
        <p:spPr>
          <a:xfrm rot="5400000">
            <a:off x="6623800" y="-496775"/>
            <a:ext cx="1473300" cy="12765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8"/>
          <p:cNvSpPr/>
          <p:nvPr/>
        </p:nvSpPr>
        <p:spPr>
          <a:xfrm rot="5400000">
            <a:off x="4705450" y="4257677"/>
            <a:ext cx="2386800" cy="20685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8"/>
          <p:cNvSpPr/>
          <p:nvPr/>
        </p:nvSpPr>
        <p:spPr>
          <a:xfrm rot="5400000">
            <a:off x="5597950" y="-1070375"/>
            <a:ext cx="1653600" cy="14331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8"/>
          <p:cNvSpPr/>
          <p:nvPr/>
        </p:nvSpPr>
        <p:spPr>
          <a:xfrm rot="5400000">
            <a:off x="-261600" y="4528015"/>
            <a:ext cx="1949400" cy="16893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24"/>
        <p:cNvGrpSpPr/>
        <p:nvPr/>
      </p:nvGrpSpPr>
      <p:grpSpPr>
        <a:xfrm>
          <a:off x="0" y="0"/>
          <a:ext cx="0" cy="0"/>
          <a:chOff x="0" y="0"/>
          <a:chExt cx="0" cy="0"/>
        </a:xfrm>
      </p:grpSpPr>
      <p:sp>
        <p:nvSpPr>
          <p:cNvPr id="325" name="Google Shape;325;p29"/>
          <p:cNvSpPr/>
          <p:nvPr/>
        </p:nvSpPr>
        <p:spPr>
          <a:xfrm rot="5400000">
            <a:off x="8493631" y="2292928"/>
            <a:ext cx="1934700" cy="16767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9"/>
          <p:cNvSpPr/>
          <p:nvPr/>
        </p:nvSpPr>
        <p:spPr>
          <a:xfrm rot="5400000">
            <a:off x="427235" y="4385964"/>
            <a:ext cx="2433900" cy="21093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9"/>
          <p:cNvSpPr/>
          <p:nvPr/>
        </p:nvSpPr>
        <p:spPr>
          <a:xfrm rot="5400000">
            <a:off x="-678813" y="3730800"/>
            <a:ext cx="1938300" cy="16797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9"/>
          <p:cNvSpPr/>
          <p:nvPr/>
        </p:nvSpPr>
        <p:spPr>
          <a:xfrm rot="5400000">
            <a:off x="8301599" y="4041213"/>
            <a:ext cx="1938900" cy="16803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9"/>
          <p:cNvSpPr/>
          <p:nvPr/>
        </p:nvSpPr>
        <p:spPr>
          <a:xfrm rot="5400000">
            <a:off x="-713082" y="-937208"/>
            <a:ext cx="2451900" cy="2124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9"/>
          <p:cNvSpPr/>
          <p:nvPr/>
        </p:nvSpPr>
        <p:spPr>
          <a:xfrm rot="5400000">
            <a:off x="1059299" y="-967046"/>
            <a:ext cx="2008200" cy="17406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9"/>
          <p:cNvSpPr/>
          <p:nvPr/>
        </p:nvSpPr>
        <p:spPr>
          <a:xfrm rot="5400000">
            <a:off x="6416549" y="-1270212"/>
            <a:ext cx="1938900" cy="16803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CUSTOM_9_2">
    <p:spTree>
      <p:nvGrpSpPr>
        <p:cNvPr id="1" name="Shape 332"/>
        <p:cNvGrpSpPr/>
        <p:nvPr/>
      </p:nvGrpSpPr>
      <p:grpSpPr>
        <a:xfrm>
          <a:off x="0" y="0"/>
          <a:ext cx="0" cy="0"/>
          <a:chOff x="0" y="0"/>
          <a:chExt cx="0" cy="0"/>
        </a:xfrm>
      </p:grpSpPr>
      <p:sp>
        <p:nvSpPr>
          <p:cNvPr id="333" name="Google Shape;333;p30"/>
          <p:cNvSpPr/>
          <p:nvPr/>
        </p:nvSpPr>
        <p:spPr>
          <a:xfrm rot="5400000">
            <a:off x="-1765347" y="3528311"/>
            <a:ext cx="2482800" cy="2151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0"/>
          <p:cNvSpPr/>
          <p:nvPr/>
        </p:nvSpPr>
        <p:spPr>
          <a:xfrm rot="5400000">
            <a:off x="7227000" y="4773875"/>
            <a:ext cx="1953600" cy="16929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0"/>
          <p:cNvSpPr/>
          <p:nvPr/>
        </p:nvSpPr>
        <p:spPr>
          <a:xfrm rot="5400000">
            <a:off x="1020925" y="-1313450"/>
            <a:ext cx="1814700" cy="1572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0"/>
          <p:cNvSpPr/>
          <p:nvPr/>
        </p:nvSpPr>
        <p:spPr>
          <a:xfrm rot="5400000">
            <a:off x="137550" y="-1160525"/>
            <a:ext cx="1653600" cy="14331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0"/>
          <p:cNvSpPr/>
          <p:nvPr/>
        </p:nvSpPr>
        <p:spPr>
          <a:xfrm rot="5400000">
            <a:off x="7042900" y="-992075"/>
            <a:ext cx="1473300" cy="12765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0"/>
          <p:cNvSpPr/>
          <p:nvPr/>
        </p:nvSpPr>
        <p:spPr>
          <a:xfrm rot="5400000">
            <a:off x="8433000" y="3842052"/>
            <a:ext cx="2386800" cy="20685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0"/>
          <p:cNvSpPr/>
          <p:nvPr/>
        </p:nvSpPr>
        <p:spPr>
          <a:xfrm rot="5400000">
            <a:off x="5957175" y="-1307125"/>
            <a:ext cx="1653600" cy="14331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0"/>
          <p:cNvSpPr/>
          <p:nvPr/>
        </p:nvSpPr>
        <p:spPr>
          <a:xfrm rot="5400000">
            <a:off x="-677375" y="4775665"/>
            <a:ext cx="1949400" cy="16893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3">
  <p:cSld name="CUSTOM_9_3">
    <p:spTree>
      <p:nvGrpSpPr>
        <p:cNvPr id="1" name="Shape 341"/>
        <p:cNvGrpSpPr/>
        <p:nvPr/>
      </p:nvGrpSpPr>
      <p:grpSpPr>
        <a:xfrm>
          <a:off x="0" y="0"/>
          <a:ext cx="0" cy="0"/>
          <a:chOff x="0" y="0"/>
          <a:chExt cx="0" cy="0"/>
        </a:xfrm>
      </p:grpSpPr>
      <p:sp>
        <p:nvSpPr>
          <p:cNvPr id="342" name="Google Shape;342;p31"/>
          <p:cNvSpPr/>
          <p:nvPr/>
        </p:nvSpPr>
        <p:spPr>
          <a:xfrm rot="5400000">
            <a:off x="5489316" y="4931161"/>
            <a:ext cx="2482800" cy="2151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1"/>
          <p:cNvSpPr/>
          <p:nvPr/>
        </p:nvSpPr>
        <p:spPr>
          <a:xfrm rot="5400000">
            <a:off x="-130350" y="5000125"/>
            <a:ext cx="1953600" cy="16929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1"/>
          <p:cNvSpPr/>
          <p:nvPr/>
        </p:nvSpPr>
        <p:spPr>
          <a:xfrm rot="5400000">
            <a:off x="314300" y="-1320425"/>
            <a:ext cx="1814700" cy="1572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1"/>
          <p:cNvSpPr/>
          <p:nvPr/>
        </p:nvSpPr>
        <p:spPr>
          <a:xfrm rot="5400000">
            <a:off x="-1218400" y="-5700"/>
            <a:ext cx="1653600" cy="14331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1"/>
          <p:cNvSpPr/>
          <p:nvPr/>
        </p:nvSpPr>
        <p:spPr>
          <a:xfrm rot="5400000">
            <a:off x="8325550" y="-677075"/>
            <a:ext cx="1473300" cy="12765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1"/>
          <p:cNvSpPr/>
          <p:nvPr/>
        </p:nvSpPr>
        <p:spPr>
          <a:xfrm rot="5400000">
            <a:off x="-1345900" y="4369350"/>
            <a:ext cx="1908600" cy="16539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1"/>
          <p:cNvSpPr/>
          <p:nvPr/>
        </p:nvSpPr>
        <p:spPr>
          <a:xfrm rot="5400000">
            <a:off x="6461700" y="-1250675"/>
            <a:ext cx="1653600" cy="14331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1"/>
          <p:cNvSpPr/>
          <p:nvPr/>
        </p:nvSpPr>
        <p:spPr>
          <a:xfrm rot="5400000">
            <a:off x="7676475" y="4734140"/>
            <a:ext cx="1949400" cy="16893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sp>
        <p:nvSpPr>
          <p:cNvPr id="80" name="Google Shape;80;p9"/>
          <p:cNvSpPr txBox="1">
            <a:spLocks noGrp="1"/>
          </p:cNvSpPr>
          <p:nvPr>
            <p:ph type="title"/>
          </p:nvPr>
        </p:nvSpPr>
        <p:spPr>
          <a:xfrm>
            <a:off x="2241450" y="1520250"/>
            <a:ext cx="4661100" cy="841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1" name="Google Shape;81;p9"/>
          <p:cNvSpPr txBox="1">
            <a:spLocks noGrp="1"/>
          </p:cNvSpPr>
          <p:nvPr>
            <p:ph type="subTitle" idx="1"/>
          </p:nvPr>
        </p:nvSpPr>
        <p:spPr>
          <a:xfrm>
            <a:off x="2241550" y="2362050"/>
            <a:ext cx="4661100" cy="126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solidFill>
                  <a:schemeClr val="dk1"/>
                </a:solidFill>
              </a:defRPr>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82" name="Google Shape;82;p9"/>
          <p:cNvSpPr/>
          <p:nvPr/>
        </p:nvSpPr>
        <p:spPr>
          <a:xfrm rot="5400000">
            <a:off x="669375" y="4107440"/>
            <a:ext cx="1949400" cy="16893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9"/>
          <p:cNvSpPr/>
          <p:nvPr/>
        </p:nvSpPr>
        <p:spPr>
          <a:xfrm rot="5400000">
            <a:off x="-831297" y="2737361"/>
            <a:ext cx="2482800" cy="21516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9"/>
          <p:cNvSpPr/>
          <p:nvPr/>
        </p:nvSpPr>
        <p:spPr>
          <a:xfrm rot="5400000">
            <a:off x="7423800" y="2821300"/>
            <a:ext cx="2766600" cy="23976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9"/>
          <p:cNvSpPr/>
          <p:nvPr/>
        </p:nvSpPr>
        <p:spPr>
          <a:xfrm rot="5400000">
            <a:off x="6265100" y="3873800"/>
            <a:ext cx="1953600" cy="16929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9"/>
          <p:cNvSpPr/>
          <p:nvPr/>
        </p:nvSpPr>
        <p:spPr>
          <a:xfrm rot="5400000">
            <a:off x="4195150" y="-907825"/>
            <a:ext cx="2189700" cy="18975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9"/>
          <p:cNvSpPr/>
          <p:nvPr/>
        </p:nvSpPr>
        <p:spPr>
          <a:xfrm rot="5400000">
            <a:off x="2775400" y="-1066010"/>
            <a:ext cx="1949400" cy="16893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138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642300"/>
          </a:xfrm>
          <a:prstGeom prst="rect">
            <a:avLst/>
          </a:prstGeom>
          <a:solidFill>
            <a:schemeClr val="dk2"/>
          </a:solid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Baloo 2"/>
              <a:buNone/>
              <a:defRPr sz="3000" b="1">
                <a:solidFill>
                  <a:schemeClr val="dk1"/>
                </a:solidFill>
                <a:latin typeface="Baloo 2"/>
                <a:ea typeface="Baloo 2"/>
                <a:cs typeface="Baloo 2"/>
                <a:sym typeface="Baloo 2"/>
              </a:defRPr>
            </a:lvl1pPr>
            <a:lvl2pPr lvl="1" rtl="0">
              <a:spcBef>
                <a:spcPts val="0"/>
              </a:spcBef>
              <a:spcAft>
                <a:spcPts val="0"/>
              </a:spcAft>
              <a:buClr>
                <a:schemeClr val="dk1"/>
              </a:buClr>
              <a:buSzPts val="3000"/>
              <a:buFont typeface="Baloo 2"/>
              <a:buNone/>
              <a:defRPr sz="3000" b="1">
                <a:solidFill>
                  <a:schemeClr val="dk1"/>
                </a:solidFill>
                <a:latin typeface="Baloo 2"/>
                <a:ea typeface="Baloo 2"/>
                <a:cs typeface="Baloo 2"/>
                <a:sym typeface="Baloo 2"/>
              </a:defRPr>
            </a:lvl2pPr>
            <a:lvl3pPr lvl="2" rtl="0">
              <a:spcBef>
                <a:spcPts val="0"/>
              </a:spcBef>
              <a:spcAft>
                <a:spcPts val="0"/>
              </a:spcAft>
              <a:buClr>
                <a:schemeClr val="dk1"/>
              </a:buClr>
              <a:buSzPts val="3000"/>
              <a:buFont typeface="Baloo 2"/>
              <a:buNone/>
              <a:defRPr sz="3000" b="1">
                <a:solidFill>
                  <a:schemeClr val="dk1"/>
                </a:solidFill>
                <a:latin typeface="Baloo 2"/>
                <a:ea typeface="Baloo 2"/>
                <a:cs typeface="Baloo 2"/>
                <a:sym typeface="Baloo 2"/>
              </a:defRPr>
            </a:lvl3pPr>
            <a:lvl4pPr lvl="3" rtl="0">
              <a:spcBef>
                <a:spcPts val="0"/>
              </a:spcBef>
              <a:spcAft>
                <a:spcPts val="0"/>
              </a:spcAft>
              <a:buClr>
                <a:schemeClr val="dk1"/>
              </a:buClr>
              <a:buSzPts val="3000"/>
              <a:buFont typeface="Baloo 2"/>
              <a:buNone/>
              <a:defRPr sz="3000" b="1">
                <a:solidFill>
                  <a:schemeClr val="dk1"/>
                </a:solidFill>
                <a:latin typeface="Baloo 2"/>
                <a:ea typeface="Baloo 2"/>
                <a:cs typeface="Baloo 2"/>
                <a:sym typeface="Baloo 2"/>
              </a:defRPr>
            </a:lvl4pPr>
            <a:lvl5pPr lvl="4" rtl="0">
              <a:spcBef>
                <a:spcPts val="0"/>
              </a:spcBef>
              <a:spcAft>
                <a:spcPts val="0"/>
              </a:spcAft>
              <a:buClr>
                <a:schemeClr val="dk1"/>
              </a:buClr>
              <a:buSzPts val="3000"/>
              <a:buFont typeface="Baloo 2"/>
              <a:buNone/>
              <a:defRPr sz="3000" b="1">
                <a:solidFill>
                  <a:schemeClr val="dk1"/>
                </a:solidFill>
                <a:latin typeface="Baloo 2"/>
                <a:ea typeface="Baloo 2"/>
                <a:cs typeface="Baloo 2"/>
                <a:sym typeface="Baloo 2"/>
              </a:defRPr>
            </a:lvl5pPr>
            <a:lvl6pPr lvl="5" rtl="0">
              <a:spcBef>
                <a:spcPts val="0"/>
              </a:spcBef>
              <a:spcAft>
                <a:spcPts val="0"/>
              </a:spcAft>
              <a:buClr>
                <a:schemeClr val="dk1"/>
              </a:buClr>
              <a:buSzPts val="3000"/>
              <a:buFont typeface="Baloo 2"/>
              <a:buNone/>
              <a:defRPr sz="3000" b="1">
                <a:solidFill>
                  <a:schemeClr val="dk1"/>
                </a:solidFill>
                <a:latin typeface="Baloo 2"/>
                <a:ea typeface="Baloo 2"/>
                <a:cs typeface="Baloo 2"/>
                <a:sym typeface="Baloo 2"/>
              </a:defRPr>
            </a:lvl6pPr>
            <a:lvl7pPr lvl="6" rtl="0">
              <a:spcBef>
                <a:spcPts val="0"/>
              </a:spcBef>
              <a:spcAft>
                <a:spcPts val="0"/>
              </a:spcAft>
              <a:buClr>
                <a:schemeClr val="dk1"/>
              </a:buClr>
              <a:buSzPts val="3000"/>
              <a:buFont typeface="Baloo 2"/>
              <a:buNone/>
              <a:defRPr sz="3000" b="1">
                <a:solidFill>
                  <a:schemeClr val="dk1"/>
                </a:solidFill>
                <a:latin typeface="Baloo 2"/>
                <a:ea typeface="Baloo 2"/>
                <a:cs typeface="Baloo 2"/>
                <a:sym typeface="Baloo 2"/>
              </a:defRPr>
            </a:lvl7pPr>
            <a:lvl8pPr lvl="7" rtl="0">
              <a:spcBef>
                <a:spcPts val="0"/>
              </a:spcBef>
              <a:spcAft>
                <a:spcPts val="0"/>
              </a:spcAft>
              <a:buClr>
                <a:schemeClr val="dk1"/>
              </a:buClr>
              <a:buSzPts val="3000"/>
              <a:buFont typeface="Baloo 2"/>
              <a:buNone/>
              <a:defRPr sz="3000" b="1">
                <a:solidFill>
                  <a:schemeClr val="dk1"/>
                </a:solidFill>
                <a:latin typeface="Baloo 2"/>
                <a:ea typeface="Baloo 2"/>
                <a:cs typeface="Baloo 2"/>
                <a:sym typeface="Baloo 2"/>
              </a:defRPr>
            </a:lvl8pPr>
            <a:lvl9pPr lvl="8" rtl="0">
              <a:spcBef>
                <a:spcPts val="0"/>
              </a:spcBef>
              <a:spcAft>
                <a:spcPts val="0"/>
              </a:spcAft>
              <a:buClr>
                <a:schemeClr val="dk1"/>
              </a:buClr>
              <a:buSzPts val="3000"/>
              <a:buFont typeface="Baloo 2"/>
              <a:buNone/>
              <a:defRPr sz="3000" b="1">
                <a:solidFill>
                  <a:schemeClr val="dk1"/>
                </a:solidFill>
                <a:latin typeface="Baloo 2"/>
                <a:ea typeface="Baloo 2"/>
                <a:cs typeface="Baloo 2"/>
                <a:sym typeface="Baloo 2"/>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Karla"/>
              <a:buChar char="●"/>
              <a:defRPr>
                <a:solidFill>
                  <a:schemeClr val="dk1"/>
                </a:solidFill>
                <a:latin typeface="Karla"/>
                <a:ea typeface="Karla"/>
                <a:cs typeface="Karla"/>
                <a:sym typeface="Karla"/>
              </a:defRPr>
            </a:lvl1pPr>
            <a:lvl2pPr marL="914400" lvl="1" indent="-317500">
              <a:lnSpc>
                <a:spcPct val="115000"/>
              </a:lnSpc>
              <a:spcBef>
                <a:spcPts val="1600"/>
              </a:spcBef>
              <a:spcAft>
                <a:spcPts val="0"/>
              </a:spcAft>
              <a:buClr>
                <a:schemeClr val="dk1"/>
              </a:buClr>
              <a:buSzPts val="1400"/>
              <a:buFont typeface="Karla"/>
              <a:buChar char="○"/>
              <a:defRPr>
                <a:solidFill>
                  <a:schemeClr val="dk1"/>
                </a:solidFill>
                <a:latin typeface="Karla"/>
                <a:ea typeface="Karla"/>
                <a:cs typeface="Karla"/>
                <a:sym typeface="Karla"/>
              </a:defRPr>
            </a:lvl2pPr>
            <a:lvl3pPr marL="1371600" lvl="2" indent="-317500">
              <a:lnSpc>
                <a:spcPct val="115000"/>
              </a:lnSpc>
              <a:spcBef>
                <a:spcPts val="1600"/>
              </a:spcBef>
              <a:spcAft>
                <a:spcPts val="0"/>
              </a:spcAft>
              <a:buClr>
                <a:schemeClr val="dk1"/>
              </a:buClr>
              <a:buSzPts val="1400"/>
              <a:buFont typeface="Karla"/>
              <a:buChar char="■"/>
              <a:defRPr>
                <a:solidFill>
                  <a:schemeClr val="dk1"/>
                </a:solidFill>
                <a:latin typeface="Karla"/>
                <a:ea typeface="Karla"/>
                <a:cs typeface="Karla"/>
                <a:sym typeface="Karla"/>
              </a:defRPr>
            </a:lvl3pPr>
            <a:lvl4pPr marL="1828800" lvl="3" indent="-317500">
              <a:lnSpc>
                <a:spcPct val="115000"/>
              </a:lnSpc>
              <a:spcBef>
                <a:spcPts val="1600"/>
              </a:spcBef>
              <a:spcAft>
                <a:spcPts val="0"/>
              </a:spcAft>
              <a:buClr>
                <a:schemeClr val="dk1"/>
              </a:buClr>
              <a:buSzPts val="1400"/>
              <a:buFont typeface="Karla"/>
              <a:buChar char="●"/>
              <a:defRPr>
                <a:solidFill>
                  <a:schemeClr val="dk1"/>
                </a:solidFill>
                <a:latin typeface="Karla"/>
                <a:ea typeface="Karla"/>
                <a:cs typeface="Karla"/>
                <a:sym typeface="Karla"/>
              </a:defRPr>
            </a:lvl4pPr>
            <a:lvl5pPr marL="2286000" lvl="4" indent="-317500">
              <a:lnSpc>
                <a:spcPct val="115000"/>
              </a:lnSpc>
              <a:spcBef>
                <a:spcPts val="1600"/>
              </a:spcBef>
              <a:spcAft>
                <a:spcPts val="0"/>
              </a:spcAft>
              <a:buClr>
                <a:schemeClr val="dk1"/>
              </a:buClr>
              <a:buSzPts val="1400"/>
              <a:buFont typeface="Karla"/>
              <a:buChar char="○"/>
              <a:defRPr>
                <a:solidFill>
                  <a:schemeClr val="dk1"/>
                </a:solidFill>
                <a:latin typeface="Karla"/>
                <a:ea typeface="Karla"/>
                <a:cs typeface="Karla"/>
                <a:sym typeface="Karla"/>
              </a:defRPr>
            </a:lvl5pPr>
            <a:lvl6pPr marL="2743200" lvl="5" indent="-317500">
              <a:lnSpc>
                <a:spcPct val="115000"/>
              </a:lnSpc>
              <a:spcBef>
                <a:spcPts val="1600"/>
              </a:spcBef>
              <a:spcAft>
                <a:spcPts val="0"/>
              </a:spcAft>
              <a:buClr>
                <a:schemeClr val="dk1"/>
              </a:buClr>
              <a:buSzPts val="1400"/>
              <a:buFont typeface="Karla"/>
              <a:buChar char="■"/>
              <a:defRPr>
                <a:solidFill>
                  <a:schemeClr val="dk1"/>
                </a:solidFill>
                <a:latin typeface="Karla"/>
                <a:ea typeface="Karla"/>
                <a:cs typeface="Karla"/>
                <a:sym typeface="Karla"/>
              </a:defRPr>
            </a:lvl6pPr>
            <a:lvl7pPr marL="3200400" lvl="6" indent="-317500">
              <a:lnSpc>
                <a:spcPct val="115000"/>
              </a:lnSpc>
              <a:spcBef>
                <a:spcPts val="1600"/>
              </a:spcBef>
              <a:spcAft>
                <a:spcPts val="0"/>
              </a:spcAft>
              <a:buClr>
                <a:schemeClr val="dk1"/>
              </a:buClr>
              <a:buSzPts val="1400"/>
              <a:buFont typeface="Karla"/>
              <a:buChar char="●"/>
              <a:defRPr>
                <a:solidFill>
                  <a:schemeClr val="dk1"/>
                </a:solidFill>
                <a:latin typeface="Karla"/>
                <a:ea typeface="Karla"/>
                <a:cs typeface="Karla"/>
                <a:sym typeface="Karla"/>
              </a:defRPr>
            </a:lvl7pPr>
            <a:lvl8pPr marL="3657600" lvl="7" indent="-317500">
              <a:lnSpc>
                <a:spcPct val="115000"/>
              </a:lnSpc>
              <a:spcBef>
                <a:spcPts val="1600"/>
              </a:spcBef>
              <a:spcAft>
                <a:spcPts val="0"/>
              </a:spcAft>
              <a:buClr>
                <a:schemeClr val="dk1"/>
              </a:buClr>
              <a:buSzPts val="1400"/>
              <a:buFont typeface="Karla"/>
              <a:buChar char="○"/>
              <a:defRPr>
                <a:solidFill>
                  <a:schemeClr val="dk1"/>
                </a:solidFill>
                <a:latin typeface="Karla"/>
                <a:ea typeface="Karla"/>
                <a:cs typeface="Karla"/>
                <a:sym typeface="Karla"/>
              </a:defRPr>
            </a:lvl8pPr>
            <a:lvl9pPr marL="4114800" lvl="8" indent="-317500">
              <a:lnSpc>
                <a:spcPct val="115000"/>
              </a:lnSpc>
              <a:spcBef>
                <a:spcPts val="1600"/>
              </a:spcBef>
              <a:spcAft>
                <a:spcPts val="1600"/>
              </a:spcAft>
              <a:buClr>
                <a:schemeClr val="dk1"/>
              </a:buClr>
              <a:buSzPts val="1400"/>
              <a:buFont typeface="Karla"/>
              <a:buChar char="■"/>
              <a:defRPr>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8" r:id="rId2"/>
    <p:sldLayoutId id="2147483666" r:id="rId3"/>
    <p:sldLayoutId id="2147483674" r:id="rId4"/>
    <p:sldLayoutId id="2147483675" r:id="rId5"/>
    <p:sldLayoutId id="2147483676" r:id="rId6"/>
    <p:sldLayoutId id="2147483677" r:id="rId7"/>
    <p:sldLayoutId id="2147483681"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38"/>
          <p:cNvSpPr txBox="1">
            <a:spLocks noGrp="1"/>
          </p:cNvSpPr>
          <p:nvPr>
            <p:ph type="title"/>
          </p:nvPr>
        </p:nvSpPr>
        <p:spPr>
          <a:xfrm>
            <a:off x="1882725" y="1307898"/>
            <a:ext cx="537855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solidFill>
                  <a:srgbClr val="256671"/>
                </a:solidFill>
                <a:latin typeface="Garamond" panose="02020404030301010803" pitchFamily="18" charset="0"/>
              </a:rPr>
              <a:t>TEAM MEMBERS</a:t>
            </a:r>
            <a:endParaRPr dirty="0">
              <a:solidFill>
                <a:srgbClr val="256671"/>
              </a:solidFill>
              <a:latin typeface="Garamond" panose="02020404030301010803" pitchFamily="18" charset="0"/>
            </a:endParaRPr>
          </a:p>
        </p:txBody>
      </p:sp>
      <p:sp>
        <p:nvSpPr>
          <p:cNvPr id="407" name="Google Shape;407;p38"/>
          <p:cNvSpPr txBox="1">
            <a:spLocks noGrp="1"/>
          </p:cNvSpPr>
          <p:nvPr>
            <p:ph type="subTitle" idx="1"/>
          </p:nvPr>
        </p:nvSpPr>
        <p:spPr>
          <a:xfrm>
            <a:off x="1182856" y="2914122"/>
            <a:ext cx="4661100" cy="1261200"/>
          </a:xfrm>
          <a:prstGeom prst="rect">
            <a:avLst/>
          </a:prstGeom>
        </p:spPr>
        <p:txBody>
          <a:bodyPr spcFirstLastPara="1" wrap="square" lIns="91425" tIns="91425" rIns="91425" bIns="91425" anchor="t" anchorCtr="0">
            <a:noAutofit/>
          </a:bodyPr>
          <a:lstStyle/>
          <a:p>
            <a:pPr marL="0" lvl="0" indent="0" algn="r"/>
            <a:r>
              <a:rPr lang="en-IN" b="1" dirty="0">
                <a:latin typeface="Garamond" panose="02020404030301010803" pitchFamily="18" charset="0"/>
              </a:rPr>
              <a:t>Aman Singh -  MBA25056</a:t>
            </a:r>
          </a:p>
          <a:p>
            <a:pPr marL="0" lvl="0" indent="0" algn="r"/>
            <a:r>
              <a:rPr lang="en-IN" b="1" dirty="0">
                <a:latin typeface="Garamond" panose="02020404030301010803" pitchFamily="18" charset="0"/>
              </a:rPr>
              <a:t>Kshitij Baranwal - MBA25243</a:t>
            </a:r>
          </a:p>
          <a:p>
            <a:pPr marL="0" lvl="0" indent="0" algn="r"/>
            <a:r>
              <a:rPr lang="en-IN" b="1" dirty="0">
                <a:latin typeface="Garamond" panose="02020404030301010803" pitchFamily="18" charset="0"/>
              </a:rPr>
              <a:t>Anish Dey - MBA25058</a:t>
            </a:r>
          </a:p>
          <a:p>
            <a:pPr marL="0" lvl="0" indent="0" algn="r"/>
            <a:r>
              <a:rPr lang="en-IN" b="1" dirty="0">
                <a:latin typeface="Garamond" panose="02020404030301010803" pitchFamily="18" charset="0"/>
              </a:rPr>
              <a:t>Prateek Sagar - MBA25078</a:t>
            </a:r>
          </a:p>
          <a:p>
            <a:pPr marL="0" lvl="0" indent="0" algn="r"/>
            <a:r>
              <a:rPr lang="en-IN" b="1" dirty="0">
                <a:latin typeface="Garamond" panose="02020404030301010803" pitchFamily="18" charset="0"/>
              </a:rPr>
              <a:t>Rohit Ghosh - MBA25084</a:t>
            </a:r>
          </a:p>
          <a:p>
            <a:pPr marL="0" lvl="0" indent="0" algn="r"/>
            <a:r>
              <a:rPr lang="en-IN" b="1" dirty="0">
                <a:latin typeface="Garamond" panose="02020404030301010803" pitchFamily="18" charset="0"/>
              </a:rPr>
              <a:t>Adhiraj Singh - MBA25053</a:t>
            </a:r>
          </a:p>
          <a:p>
            <a:pPr marL="0" lvl="0" indent="0" algn="r"/>
            <a:endParaRPr lang="en-IN" b="1" dirty="0">
              <a:latin typeface="Garamond" panose="02020404030301010803" pitchFamily="18" charset="0"/>
            </a:endParaRPr>
          </a:p>
          <a:p>
            <a:pPr marL="0" lvl="0" indent="0"/>
            <a:r>
              <a:rPr lang="en-IN" b="1" dirty="0">
                <a:latin typeface="Garamond" panose="02020404030301010803" pitchFamily="18" charset="0"/>
              </a:rPr>
              <a:t>                          </a:t>
            </a:r>
            <a:endParaRPr b="1" dirty="0">
              <a:latin typeface="Garamond" panose="02020404030301010803" pitchFamily="18" charset="0"/>
            </a:endParaRPr>
          </a:p>
        </p:txBody>
      </p:sp>
      <p:sp>
        <p:nvSpPr>
          <p:cNvPr id="2" name="TextBox 1">
            <a:extLst>
              <a:ext uri="{FF2B5EF4-FFF2-40B4-BE49-F238E27FC236}">
                <a16:creationId xmlns:a16="http://schemas.microsoft.com/office/drawing/2014/main" id="{5A0481EB-7581-B4E1-E5A4-824E07F6B0D9}"/>
              </a:ext>
            </a:extLst>
          </p:cNvPr>
          <p:cNvSpPr txBox="1"/>
          <p:nvPr/>
        </p:nvSpPr>
        <p:spPr>
          <a:xfrm>
            <a:off x="3513406" y="2417861"/>
            <a:ext cx="2117188" cy="307777"/>
          </a:xfrm>
          <a:prstGeom prst="rect">
            <a:avLst/>
          </a:prstGeom>
          <a:noFill/>
        </p:spPr>
        <p:txBody>
          <a:bodyPr wrap="square" rtlCol="0">
            <a:spAutoFit/>
          </a:bodyPr>
          <a:lstStyle/>
          <a:p>
            <a:pPr algn="ctr"/>
            <a:r>
              <a:rPr lang="en-IN" b="1" u="sng" dirty="0">
                <a:latin typeface="Garamond" panose="02020404030301010803" pitchFamily="18" charset="0"/>
              </a:rPr>
              <a:t>SDG GOAL - 13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9"/>
          <p:cNvSpPr/>
          <p:nvPr/>
        </p:nvSpPr>
        <p:spPr>
          <a:xfrm rot="5400000">
            <a:off x="5070749" y="907795"/>
            <a:ext cx="3840300" cy="33279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9"/>
          <p:cNvSpPr/>
          <p:nvPr/>
        </p:nvSpPr>
        <p:spPr>
          <a:xfrm rot="5400000">
            <a:off x="2097574" y="1473145"/>
            <a:ext cx="1561500" cy="1353300"/>
          </a:xfrm>
          <a:prstGeom prst="hexagon">
            <a:avLst>
              <a:gd name="adj" fmla="val 25000"/>
              <a:gd name="vf" fmla="val 115470"/>
            </a:avLst>
          </a:prstGeom>
          <a:solidFill>
            <a:srgbClr val="F4B4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 name="Google Shape;414;p39"/>
          <p:cNvSpPr txBox="1">
            <a:spLocks noGrp="1"/>
          </p:cNvSpPr>
          <p:nvPr>
            <p:ph type="title"/>
          </p:nvPr>
        </p:nvSpPr>
        <p:spPr>
          <a:xfrm>
            <a:off x="386411" y="2777951"/>
            <a:ext cx="4983827" cy="1561500"/>
          </a:xfrm>
          <a:prstGeom prst="rect">
            <a:avLst/>
          </a:prstGeom>
        </p:spPr>
        <p:txBody>
          <a:bodyPr spcFirstLastPara="1" wrap="square" lIns="91425" tIns="91425" rIns="91425" bIns="91425" anchor="ctr" anchorCtr="0">
            <a:noAutofit/>
          </a:bodyPr>
          <a:lstStyle/>
          <a:p>
            <a:pPr lvl="0"/>
            <a:r>
              <a:rPr lang="en-US" sz="2400" dirty="0">
                <a:solidFill>
                  <a:srgbClr val="256671"/>
                </a:solidFill>
                <a:latin typeface="Garamond" panose="02020404030301010803" pitchFamily="18" charset="0"/>
              </a:rPr>
              <a:t>Communication Strategy for Internal Stakeholders</a:t>
            </a:r>
            <a:endParaRPr sz="2400" dirty="0">
              <a:solidFill>
                <a:srgbClr val="256671"/>
              </a:solidFill>
              <a:latin typeface="Garamond" panose="02020404030301010803" pitchFamily="18" charset="0"/>
            </a:endParaRPr>
          </a:p>
        </p:txBody>
      </p:sp>
      <p:sp>
        <p:nvSpPr>
          <p:cNvPr id="415" name="Google Shape;415;p39"/>
          <p:cNvSpPr txBox="1">
            <a:spLocks noGrp="1"/>
          </p:cNvSpPr>
          <p:nvPr>
            <p:ph type="title" idx="2"/>
          </p:nvPr>
        </p:nvSpPr>
        <p:spPr>
          <a:xfrm>
            <a:off x="2273974" y="1729945"/>
            <a:ext cx="12087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bg1"/>
                </a:solidFill>
                <a:latin typeface="Garamond" panose="02020404030301010803" pitchFamily="18" charset="0"/>
              </a:rPr>
              <a:t>01</a:t>
            </a:r>
            <a:endParaRPr dirty="0">
              <a:solidFill>
                <a:schemeClr val="bg1"/>
              </a:solidFill>
              <a:latin typeface="Garamond" panose="02020404030301010803" pitchFamily="18" charset="0"/>
            </a:endParaRPr>
          </a:p>
        </p:txBody>
      </p:sp>
      <p:sp>
        <p:nvSpPr>
          <p:cNvPr id="417" name="Google Shape;417;p39"/>
          <p:cNvSpPr/>
          <p:nvPr/>
        </p:nvSpPr>
        <p:spPr>
          <a:xfrm rot="5400000">
            <a:off x="8189803" y="2847550"/>
            <a:ext cx="2094600" cy="18153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8" name="Google Shape;418;p39"/>
          <p:cNvPicPr preferRelativeResize="0"/>
          <p:nvPr/>
        </p:nvPicPr>
        <p:blipFill>
          <a:blip r:embed="rId3">
            <a:alphaModFix/>
          </a:blip>
          <a:stretch>
            <a:fillRect/>
          </a:stretch>
        </p:blipFill>
        <p:spPr>
          <a:xfrm>
            <a:off x="5771687" y="741550"/>
            <a:ext cx="2438424" cy="31880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4"/>
                                        </p:tgtEl>
                                        <p:attrNameLst>
                                          <p:attrName>style.visibility</p:attrName>
                                        </p:attrNameLst>
                                      </p:cBhvr>
                                      <p:to>
                                        <p:strVal val="visible"/>
                                      </p:to>
                                    </p:set>
                                    <p:anim calcmode="lin" valueType="num">
                                      <p:cBhvr additive="base">
                                        <p:cTn id="7" dur="500" fill="hold"/>
                                        <p:tgtEl>
                                          <p:spTgt spid="414"/>
                                        </p:tgtEl>
                                        <p:attrNameLst>
                                          <p:attrName>ppt_x</p:attrName>
                                        </p:attrNameLst>
                                      </p:cBhvr>
                                      <p:tavLst>
                                        <p:tav tm="0">
                                          <p:val>
                                            <p:strVal val="#ppt_x"/>
                                          </p:val>
                                        </p:tav>
                                        <p:tav tm="100000">
                                          <p:val>
                                            <p:strVal val="#ppt_x"/>
                                          </p:val>
                                        </p:tav>
                                      </p:tavLst>
                                    </p:anim>
                                    <p:anim calcmode="lin" valueType="num">
                                      <p:cBhvr additive="base">
                                        <p:cTn id="8" dur="500" fill="hold"/>
                                        <p:tgtEl>
                                          <p:spTgt spid="4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0"/>
          <p:cNvSpPr txBox="1">
            <a:spLocks noGrp="1"/>
          </p:cNvSpPr>
          <p:nvPr>
            <p:ph type="title"/>
          </p:nvPr>
        </p:nvSpPr>
        <p:spPr>
          <a:xfrm>
            <a:off x="1313663" y="474206"/>
            <a:ext cx="6516673" cy="483320"/>
          </a:xfrm>
          <a:prstGeom prst="rect">
            <a:avLst/>
          </a:prstGeom>
        </p:spPr>
        <p:txBody>
          <a:bodyPr spcFirstLastPara="1" wrap="square" lIns="91425" tIns="91425" rIns="91425" bIns="91425" anchor="t" anchorCtr="0">
            <a:noAutofit/>
          </a:bodyPr>
          <a:lstStyle/>
          <a:p>
            <a:pPr lvl="0"/>
            <a:r>
              <a:rPr lang="en-US" sz="2000" dirty="0">
                <a:solidFill>
                  <a:srgbClr val="256671"/>
                </a:solidFill>
                <a:latin typeface="Garamond" panose="02020404030301010803" pitchFamily="18" charset="0"/>
              </a:rPr>
              <a:t>Internal Communication Strategy: Engaging Our Team</a:t>
            </a:r>
            <a:endParaRPr sz="2000" dirty="0">
              <a:solidFill>
                <a:srgbClr val="256671"/>
              </a:solidFill>
              <a:latin typeface="Garamond" panose="02020404030301010803" pitchFamily="18" charset="0"/>
            </a:endParaRPr>
          </a:p>
        </p:txBody>
      </p:sp>
      <p:grpSp>
        <p:nvGrpSpPr>
          <p:cNvPr id="446" name="Google Shape;446;p40"/>
          <p:cNvGrpSpPr/>
          <p:nvPr/>
        </p:nvGrpSpPr>
        <p:grpSpPr>
          <a:xfrm>
            <a:off x="6894188" y="3312768"/>
            <a:ext cx="449229" cy="449767"/>
            <a:chOff x="1767241" y="1347820"/>
            <a:chExt cx="505889" cy="506495"/>
          </a:xfrm>
        </p:grpSpPr>
        <p:sp>
          <p:nvSpPr>
            <p:cNvPr id="447" name="Google Shape;447;p40"/>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4FF76150-7963-F3A3-E91B-BB30F3B93C45}"/>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341F4421-D07F-842D-76F6-08EF64F6AE0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7289FF47-3AD9-CD8F-6F43-223ECDB7CDEB}"/>
              </a:ext>
            </a:extLst>
          </p:cNvPr>
          <p:cNvSpPr txBox="1">
            <a:spLocks/>
          </p:cNvSpPr>
          <p:nvPr/>
        </p:nvSpPr>
        <p:spPr>
          <a:xfrm>
            <a:off x="794942" y="1140511"/>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u="sng" dirty="0">
                <a:latin typeface="Garamond" panose="02020404030301010803" pitchFamily="18" charset="0"/>
              </a:rPr>
              <a:t>Targeted Stakeholders:</a:t>
            </a:r>
          </a:p>
          <a:p>
            <a:pPr marL="0" indent="0" algn="l"/>
            <a:endParaRPr lang="en-US" dirty="0">
              <a:latin typeface="Garamond" panose="02020404030301010803" pitchFamily="18" charset="0"/>
            </a:endParaRPr>
          </a:p>
          <a:p>
            <a:pPr lvl="0" indent="-323850" algn="l">
              <a:buSzPts val="1500"/>
              <a:buFont typeface="Hind"/>
              <a:buChar char="●"/>
            </a:pPr>
            <a:r>
              <a:rPr lang="en-US" dirty="0">
                <a:latin typeface="Garamond" panose="02020404030301010803" pitchFamily="18" charset="0"/>
              </a:rPr>
              <a:t>Founders &amp; Board of Directors</a:t>
            </a:r>
          </a:p>
          <a:p>
            <a:pPr lvl="0" indent="-323850" algn="l">
              <a:buSzPts val="1500"/>
              <a:buFont typeface="Hind"/>
              <a:buChar char="●"/>
            </a:pPr>
            <a:r>
              <a:rPr lang="en-US" dirty="0">
                <a:latin typeface="Garamond" panose="02020404030301010803" pitchFamily="18" charset="0"/>
              </a:rPr>
              <a:t>Employees (engineers, technicians, sales, admin) </a:t>
            </a:r>
          </a:p>
          <a:p>
            <a:pPr lvl="0" indent="-323850" algn="l">
              <a:buSzPts val="1500"/>
              <a:buFont typeface="Hind"/>
              <a:buChar char="●"/>
            </a:pPr>
            <a:r>
              <a:rPr lang="en-US" dirty="0">
                <a:latin typeface="Garamond" panose="02020404030301010803" pitchFamily="18" charset="0"/>
              </a:rPr>
              <a:t>R&amp;D Department</a:t>
            </a:r>
          </a:p>
          <a:p>
            <a:pPr lvl="0" indent="-323850" algn="l">
              <a:buSzPts val="1500"/>
              <a:buFont typeface="Hind"/>
              <a:buChar char="●"/>
            </a:pPr>
            <a:r>
              <a:rPr lang="en-US" dirty="0">
                <a:latin typeface="Garamond" panose="02020404030301010803" pitchFamily="18" charset="0"/>
              </a:rPr>
              <a:t>Operations Team</a:t>
            </a:r>
          </a:p>
          <a:p>
            <a:pPr marL="133350" lvl="0" indent="0" algn="l">
              <a:buSzPts val="1500"/>
            </a:pPr>
            <a:endParaRPr lang="en-US" b="1" u="sng" dirty="0">
              <a:latin typeface="Garamond" panose="02020404030301010803" pitchFamily="18" charset="0"/>
            </a:endParaRPr>
          </a:p>
          <a:p>
            <a:pPr marL="133350" lvl="0" indent="0" algn="l">
              <a:buSzPts val="1500"/>
            </a:pPr>
            <a:r>
              <a:rPr lang="en-US" b="1" u="sng" dirty="0">
                <a:latin typeface="Garamond" panose="02020404030301010803" pitchFamily="18" charset="0"/>
              </a:rPr>
              <a:t>Rationale for Targeting:</a:t>
            </a:r>
          </a:p>
          <a:p>
            <a:pPr marL="139700" indent="0" algn="l">
              <a:spcBef>
                <a:spcPts val="1600"/>
              </a:spcBef>
            </a:pPr>
            <a:r>
              <a:rPr lang="en-US" dirty="0">
                <a:latin typeface="Garamond" panose="02020404030301010803" pitchFamily="18" charset="0"/>
              </a:rPr>
              <a:t>Engaging our internal teams is crucial because they are the driving force behind SolNova's mission. Their understanding and commitment to SDG 13 are essential for integrating climate action into daily operations, from manufacturing to installation and consultancy.</a:t>
            </a:r>
          </a:p>
          <a:p>
            <a:pPr marL="139700" indent="0" algn="l">
              <a:spcBef>
                <a:spcPts val="1600"/>
              </a:spcBef>
            </a:pPr>
            <a:endParaRPr lang="en-US" dirty="0">
              <a:latin typeface="Garamond" panose="02020404030301010803" pitchFamily="18" charset="0"/>
            </a:endParaRPr>
          </a:p>
          <a:p>
            <a:pPr marL="139700" indent="0" algn="l">
              <a:spcBef>
                <a:spcPts val="1600"/>
              </a:spcBef>
            </a:pPr>
            <a:endParaRPr lang="en-US" dirty="0">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8F62EF13-77E7-5D26-7A00-188C71307C2A}"/>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33F22B2C-DE9A-6512-3DB8-644ECFB0BCFE}"/>
              </a:ext>
            </a:extLst>
          </p:cNvPr>
          <p:cNvSpPr txBox="1">
            <a:spLocks noGrp="1"/>
          </p:cNvSpPr>
          <p:nvPr>
            <p:ph type="title"/>
          </p:nvPr>
        </p:nvSpPr>
        <p:spPr>
          <a:xfrm>
            <a:off x="1083028" y="517057"/>
            <a:ext cx="6923548" cy="408535"/>
          </a:xfrm>
          <a:prstGeom prst="rect">
            <a:avLst/>
          </a:prstGeom>
        </p:spPr>
        <p:txBody>
          <a:bodyPr spcFirstLastPara="1" wrap="square" lIns="91425" tIns="91425" rIns="91425" bIns="91425" anchor="t" anchorCtr="0">
            <a:noAutofit/>
          </a:bodyPr>
          <a:lstStyle/>
          <a:p>
            <a:pPr lvl="0"/>
            <a:r>
              <a:rPr lang="en-US" sz="2000" dirty="0">
                <a:solidFill>
                  <a:srgbClr val="256671"/>
                </a:solidFill>
                <a:latin typeface="Garamond" panose="02020404030301010803" pitchFamily="18" charset="0"/>
              </a:rPr>
              <a:t>Strategy &amp; Rationale: Building a Climate-Conscious Culture</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57909E59-8867-AA5A-6F15-51E59042C787}"/>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3FD65072-6B6D-A7EF-36B5-401772B51EC1}"/>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DFD47C12-562E-60E1-82EA-10E4BA01CC1A}"/>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5FCD5609-FB55-B19A-CB6C-1FCF259B962F}"/>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5186E279-EBEA-B5AC-4715-5083FE421C62}"/>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3C8873C4-0C56-CA37-046A-7C55039A32D0}"/>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FC6520E0-28C7-05C4-0AA7-46D88254E233}"/>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3FF1AAC2-19A6-FEA3-7FCC-E807CB3CBC6C}"/>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BB9A3D31-1B8D-854D-48D5-FF9ECB72CAA6}"/>
              </a:ext>
            </a:extLst>
          </p:cNvPr>
          <p:cNvSpPr txBox="1">
            <a:spLocks/>
          </p:cNvSpPr>
          <p:nvPr/>
        </p:nvSpPr>
        <p:spPr>
          <a:xfrm>
            <a:off x="794942" y="925592"/>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Strategy:</a:t>
            </a:r>
            <a:endParaRPr lang="en-US" dirty="0">
              <a:latin typeface="Garamond" panose="02020404030301010803" pitchFamily="18" charset="0"/>
            </a:endParaRPr>
          </a:p>
          <a:p>
            <a:pPr lvl="0" indent="-323850" algn="l">
              <a:buSzPts val="1500"/>
              <a:buFont typeface="Hind"/>
              <a:buChar char="●"/>
            </a:pPr>
            <a:r>
              <a:rPr lang="en-US" b="1" dirty="0">
                <a:latin typeface="Garamond" panose="02020404030301010803" pitchFamily="18" charset="0"/>
              </a:rPr>
              <a:t>Monthly "SDG 13 Spotlight" Newsletter</a:t>
            </a:r>
            <a:r>
              <a:rPr lang="en-US" dirty="0">
                <a:latin typeface="Garamond" panose="02020404030301010803" pitchFamily="18" charset="0"/>
              </a:rPr>
              <a:t>: An internal newsletter to highlight company achievements, new policies, and individual employee contributions related to SDG 13.</a:t>
            </a:r>
          </a:p>
          <a:p>
            <a:pPr indent="-323850" algn="l">
              <a:buSzPts val="1500"/>
              <a:buFont typeface="Hind"/>
              <a:buChar char="●"/>
            </a:pPr>
            <a:r>
              <a:rPr lang="en-US" b="1" dirty="0">
                <a:latin typeface="Garamond" panose="02020404030301010803" pitchFamily="18" charset="0"/>
              </a:rPr>
              <a:t>"Green Innovator" Recognition Program</a:t>
            </a:r>
            <a:r>
              <a:rPr lang="en-US" dirty="0">
                <a:latin typeface="Garamond" panose="02020404030301010803" pitchFamily="18" charset="0"/>
              </a:rPr>
              <a:t>: A program to recognize employees who propose and implement innovative, sustainable solutions.</a:t>
            </a:r>
          </a:p>
          <a:p>
            <a:pPr indent="-323850" algn="l">
              <a:buSzPts val="1500"/>
              <a:buFont typeface="Hind"/>
              <a:buChar char="●"/>
            </a:pPr>
            <a:r>
              <a:rPr lang="en-US" b="1" dirty="0">
                <a:latin typeface="Garamond" panose="02020404030301010803" pitchFamily="18" charset="0"/>
              </a:rPr>
              <a:t>Mandatory SDG 13 Training</a:t>
            </a:r>
            <a:r>
              <a:rPr lang="en-US" dirty="0">
                <a:latin typeface="Garamond" panose="02020404030301010803" pitchFamily="18" charset="0"/>
              </a:rPr>
              <a:t>: Integrate climate action and sustainability training into the onboarding process for all new employees.</a:t>
            </a:r>
          </a:p>
          <a:p>
            <a:pPr marL="133350" lvl="0" indent="0" algn="l">
              <a:buSzPts val="1500"/>
            </a:pPr>
            <a:endParaRPr lang="en-US" dirty="0">
              <a:latin typeface="Garamond" panose="02020404030301010803" pitchFamily="18" charset="0"/>
            </a:endParaRPr>
          </a:p>
          <a:p>
            <a:pPr marL="133350" lvl="0" indent="0" algn="l">
              <a:buSzPts val="1500"/>
            </a:pPr>
            <a:r>
              <a:rPr lang="en-US" b="1" u="sng" dirty="0">
                <a:latin typeface="Garamond" panose="02020404030301010803" pitchFamily="18" charset="0"/>
              </a:rPr>
              <a:t>Rationale for Strategy:</a:t>
            </a:r>
          </a:p>
          <a:p>
            <a:pPr lvl="0" indent="-323850" algn="l">
              <a:buSzPts val="1500"/>
              <a:buFont typeface="Hind"/>
              <a:buChar char="●"/>
            </a:pPr>
            <a:r>
              <a:rPr lang="en-US" b="1" dirty="0">
                <a:latin typeface="Garamond" panose="02020404030301010803" pitchFamily="18" charset="0"/>
              </a:rPr>
              <a:t>Rationale for Monthly Newsletter</a:t>
            </a:r>
            <a:r>
              <a:rPr lang="en-US" dirty="0">
                <a:latin typeface="Garamond" panose="02020404030301010803" pitchFamily="18" charset="0"/>
              </a:rPr>
              <a:t>: This channel ensures consistent information reaches all employees.</a:t>
            </a:r>
          </a:p>
          <a:p>
            <a:pPr lvl="0" indent="-323850" algn="l">
              <a:buSzPts val="1500"/>
              <a:buFont typeface="Hind"/>
              <a:buChar char="●"/>
            </a:pPr>
            <a:r>
              <a:rPr lang="en-US" b="1" dirty="0">
                <a:latin typeface="Garamond" panose="02020404030301010803" pitchFamily="18" charset="0"/>
              </a:rPr>
              <a:t>Rationale for "Green Innovator" Recognition Program</a:t>
            </a:r>
            <a:r>
              <a:rPr lang="en-US" dirty="0">
                <a:latin typeface="Garamond" panose="02020404030301010803" pitchFamily="18" charset="0"/>
              </a:rPr>
              <a:t>: It incentivizes innovation and a proactive approach to sustainability, aligning with a core company value.</a:t>
            </a:r>
          </a:p>
          <a:p>
            <a:pPr indent="-323850" algn="l">
              <a:buSzPts val="1500"/>
              <a:buFont typeface="Hind"/>
              <a:buChar char="●"/>
            </a:pPr>
            <a:r>
              <a:rPr lang="en-US" b="1" dirty="0">
                <a:latin typeface="Garamond" panose="02020404030301010803" pitchFamily="18" charset="0"/>
              </a:rPr>
              <a:t>Rationale for Mandatory Training</a:t>
            </a:r>
            <a:r>
              <a:rPr lang="en-US" dirty="0">
                <a:latin typeface="Garamond" panose="02020404030301010803" pitchFamily="18" charset="0"/>
              </a:rPr>
              <a:t>: This ensures every employee understands their role in contributing to SDG 13.</a:t>
            </a:r>
          </a:p>
          <a:p>
            <a:pPr marL="139700" indent="0" algn="l">
              <a:spcBef>
                <a:spcPts val="1600"/>
              </a:spcBef>
            </a:pPr>
            <a:endParaRPr lang="en-US" dirty="0">
              <a:latin typeface="Garamond" panose="02020404030301010803" pitchFamily="18" charset="0"/>
            </a:endParaRPr>
          </a:p>
        </p:txBody>
      </p:sp>
    </p:spTree>
    <p:extLst>
      <p:ext uri="{BB962C8B-B14F-4D97-AF65-F5344CB8AC3E}">
        <p14:creationId xmlns:p14="http://schemas.microsoft.com/office/powerpoint/2010/main" val="260323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2DBE6EF6-020E-7CF9-67A2-86150AE6D12D}"/>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0A58D0D9-2972-B32E-602A-03813734B4A7}"/>
              </a:ext>
            </a:extLst>
          </p:cNvPr>
          <p:cNvSpPr txBox="1">
            <a:spLocks noGrp="1"/>
          </p:cNvSpPr>
          <p:nvPr>
            <p:ph type="title"/>
          </p:nvPr>
        </p:nvSpPr>
        <p:spPr>
          <a:xfrm>
            <a:off x="1313663" y="474206"/>
            <a:ext cx="6516673" cy="483320"/>
          </a:xfrm>
          <a:prstGeom prst="rect">
            <a:avLst/>
          </a:prstGeom>
        </p:spPr>
        <p:txBody>
          <a:bodyPr spcFirstLastPara="1" wrap="square" lIns="91425" tIns="91425" rIns="91425" bIns="91425" anchor="t" anchorCtr="0">
            <a:noAutofit/>
          </a:bodyPr>
          <a:lstStyle/>
          <a:p>
            <a:pPr lvl="0"/>
            <a:r>
              <a:rPr lang="en-US" sz="2000" dirty="0">
                <a:solidFill>
                  <a:srgbClr val="256671"/>
                </a:solidFill>
                <a:latin typeface="Garamond" panose="02020404030301010803" pitchFamily="18" charset="0"/>
              </a:rPr>
              <a:t>Prototype: "Green Innovator" Recognition Program</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E40C8F67-FE54-F7F0-6A21-2BE9DCC9FA82}"/>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DF4E6D77-D393-E12E-1BD7-A42D7A1AC371}"/>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5EA64185-9938-0647-F92F-40CA0872E1DF}"/>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C5E41771-E447-E835-F7C6-83B5473C067C}"/>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0BF703B5-A65D-5F18-3A05-E099B598ABB2}"/>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DBBC5725-7CCF-382B-1475-1D3ED8BC4B8E}"/>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2E0DAD49-5F36-0079-01C5-A5B2BF788253}"/>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07B6A9FC-44B3-A092-1E16-08AF3F77453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4E528AB6-ED4E-90D3-8511-3A44ABDC7F57}"/>
              </a:ext>
            </a:extLst>
          </p:cNvPr>
          <p:cNvSpPr txBox="1">
            <a:spLocks/>
          </p:cNvSpPr>
          <p:nvPr/>
        </p:nvSpPr>
        <p:spPr>
          <a:xfrm>
            <a:off x="801976" y="1147545"/>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Description:</a:t>
            </a:r>
          </a:p>
          <a:p>
            <a:pPr marL="133350" lvl="0" indent="0" algn="l">
              <a:buSzPts val="1500"/>
            </a:pPr>
            <a:endParaRPr lang="en-US" dirty="0">
              <a:latin typeface="Garamond" panose="02020404030301010803" pitchFamily="18" charset="0"/>
            </a:endParaRPr>
          </a:p>
          <a:p>
            <a:pPr marL="133350" indent="0" algn="l">
              <a:buSzPts val="1500"/>
            </a:pPr>
            <a:r>
              <a:rPr lang="en-US" dirty="0">
                <a:latin typeface="Garamond" panose="02020404030301010803" pitchFamily="18" charset="0"/>
              </a:rPr>
              <a:t>A prototype of an internal program designed to encourage and reward innovation in sustainability.</a:t>
            </a:r>
          </a:p>
          <a:p>
            <a:pPr marL="133350" lvl="0" indent="0" algn="l">
              <a:buSzPts val="1500"/>
            </a:pPr>
            <a:endParaRPr lang="en-US" b="1" u="sng" dirty="0">
              <a:latin typeface="Garamond" panose="02020404030301010803" pitchFamily="18" charset="0"/>
            </a:endParaRPr>
          </a:p>
          <a:p>
            <a:pPr marL="133350" lvl="0" indent="0" algn="l">
              <a:buSzPts val="1500"/>
            </a:pPr>
            <a:r>
              <a:rPr lang="en-US" b="1" u="sng" dirty="0">
                <a:latin typeface="Garamond" panose="02020404030301010803" pitchFamily="18" charset="0"/>
              </a:rPr>
              <a:t>Prototype design:</a:t>
            </a:r>
          </a:p>
          <a:p>
            <a:pPr marL="133350" lvl="0" indent="0" algn="l">
              <a:buSzPts val="1500"/>
            </a:pPr>
            <a:endParaRPr lang="en-US" b="1" u="sng" dirty="0">
              <a:latin typeface="Garamond" panose="02020404030301010803" pitchFamily="18" charset="0"/>
            </a:endParaRPr>
          </a:p>
          <a:p>
            <a:pPr marL="419100" indent="-285750" algn="l">
              <a:buSzPts val="1500"/>
              <a:buFont typeface="Arial" panose="020B0604020202020204" pitchFamily="34" charset="0"/>
              <a:buChar char="•"/>
            </a:pPr>
            <a:r>
              <a:rPr lang="en-US" b="1" dirty="0">
                <a:latin typeface="Garamond" panose="02020404030301010803" pitchFamily="18" charset="0"/>
              </a:rPr>
              <a:t>Image</a:t>
            </a:r>
            <a:r>
              <a:rPr lang="en-US" dirty="0">
                <a:latin typeface="Garamond" panose="02020404030301010803" pitchFamily="18" charset="0"/>
              </a:rPr>
              <a:t>: A digital badge or certificate titled "</a:t>
            </a:r>
            <a:r>
              <a:rPr lang="en-US" dirty="0" err="1">
                <a:latin typeface="Garamond" panose="02020404030301010803" pitchFamily="18" charset="0"/>
              </a:rPr>
              <a:t>SolNova</a:t>
            </a:r>
            <a:r>
              <a:rPr lang="en-US" dirty="0">
                <a:latin typeface="Garamond" panose="02020404030301010803" pitchFamily="18" charset="0"/>
              </a:rPr>
              <a:t> Green Innovator" with the company's logo.</a:t>
            </a:r>
          </a:p>
          <a:p>
            <a:pPr marL="419100" indent="-285750" algn="l">
              <a:buSzPts val="1500"/>
              <a:buFont typeface="Arial" panose="020B0604020202020204" pitchFamily="34" charset="0"/>
              <a:buChar char="•"/>
            </a:pPr>
            <a:r>
              <a:rPr lang="en-US" b="1" dirty="0">
                <a:latin typeface="Garamond" panose="02020404030301010803" pitchFamily="18" charset="0"/>
              </a:rPr>
              <a:t>Text</a:t>
            </a:r>
            <a:r>
              <a:rPr lang="en-US" dirty="0">
                <a:latin typeface="Garamond" panose="02020404030301010803" pitchFamily="18" charset="0"/>
              </a:rPr>
              <a:t>: "Nominate a Colleague Who Has Made a Positive Environmental Impact! Winners will be featured in our monthly newsletter and receive a certificate and a bonus.</a:t>
            </a:r>
          </a:p>
          <a:p>
            <a:pPr marL="419100" indent="-285750" algn="l">
              <a:buSzPts val="1500"/>
              <a:buFont typeface="Arial" panose="020B0604020202020204" pitchFamily="34" charset="0"/>
              <a:buChar char="•"/>
            </a:pPr>
            <a:r>
              <a:rPr lang="en-US" b="1" dirty="0">
                <a:latin typeface="Garamond" panose="02020404030301010803" pitchFamily="18" charset="0"/>
              </a:rPr>
              <a:t>Benefit</a:t>
            </a:r>
            <a:r>
              <a:rPr lang="en-US" dirty="0">
                <a:latin typeface="Garamond" panose="02020404030301010803" pitchFamily="18" charset="0"/>
              </a:rPr>
              <a:t>: This program directly supports the company's core value of </a:t>
            </a:r>
            <a:r>
              <a:rPr lang="en-US" b="1" dirty="0">
                <a:latin typeface="Garamond" panose="02020404030301010803" pitchFamily="18" charset="0"/>
              </a:rPr>
              <a:t>Innovation</a:t>
            </a:r>
            <a:r>
              <a:rPr lang="en-US" dirty="0">
                <a:latin typeface="Garamond" panose="02020404030301010803" pitchFamily="18" charset="0"/>
              </a:rPr>
              <a:t> and fosters a sense of ownership among employees for the company's climate action goals.</a:t>
            </a:r>
            <a:endParaRPr lang="en-IN" b="1" dirty="0">
              <a:latin typeface="Garamond" panose="02020404030301010803" pitchFamily="18" charset="0"/>
            </a:endParaRPr>
          </a:p>
          <a:p>
            <a:pPr marL="425450" indent="-285750" algn="l">
              <a:spcBef>
                <a:spcPts val="1600"/>
              </a:spcBef>
              <a:buFont typeface="Arial" panose="020B0604020202020204" pitchFamily="34" charset="0"/>
              <a:buChar char="•"/>
            </a:pPr>
            <a:endParaRPr lang="en-US" dirty="0">
              <a:latin typeface="Garamond" panose="02020404030301010803" pitchFamily="18" charset="0"/>
            </a:endParaRPr>
          </a:p>
          <a:p>
            <a:pPr marL="139700" indent="0" algn="l">
              <a:spcBef>
                <a:spcPts val="1600"/>
              </a:spcBef>
            </a:pPr>
            <a:endParaRPr lang="en-US" dirty="0">
              <a:latin typeface="Garamond" panose="02020404030301010803" pitchFamily="18" charset="0"/>
            </a:endParaRPr>
          </a:p>
        </p:txBody>
      </p:sp>
    </p:spTree>
    <p:extLst>
      <p:ext uri="{BB962C8B-B14F-4D97-AF65-F5344CB8AC3E}">
        <p14:creationId xmlns:p14="http://schemas.microsoft.com/office/powerpoint/2010/main" val="1397330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AD6E5D04-E879-E08B-1347-72908A430531}"/>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B79DEC9A-D2FD-E908-13DB-624462D4CE16}"/>
              </a:ext>
            </a:extLst>
          </p:cNvPr>
          <p:cNvSpPr txBox="1">
            <a:spLocks noGrp="1"/>
          </p:cNvSpPr>
          <p:nvPr>
            <p:ph type="title"/>
          </p:nvPr>
        </p:nvSpPr>
        <p:spPr>
          <a:xfrm>
            <a:off x="2534869" y="444869"/>
            <a:ext cx="4074262" cy="483320"/>
          </a:xfrm>
          <a:prstGeom prst="rect">
            <a:avLst/>
          </a:prstGeom>
        </p:spPr>
        <p:txBody>
          <a:bodyPr spcFirstLastPara="1" wrap="square" lIns="91425" tIns="91425" rIns="91425" bIns="91425" anchor="t" anchorCtr="0">
            <a:noAutofit/>
          </a:bodyPr>
          <a:lstStyle/>
          <a:p>
            <a:pPr lvl="0"/>
            <a:r>
              <a:rPr lang="en-IN" sz="2000" dirty="0">
                <a:solidFill>
                  <a:srgbClr val="256671"/>
                </a:solidFill>
                <a:latin typeface="Garamond" panose="02020404030301010803" pitchFamily="18" charset="0"/>
              </a:rPr>
              <a:t>Internal Communication Channels</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0C026C4D-7F81-E3C5-0696-4B28BF537016}"/>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7097F5DC-61F2-372A-A3DB-6CB0509F9D2B}"/>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71C28F29-9776-8DBD-C9A9-BBA50A1FEF7F}"/>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A4D56EC1-4455-A9D1-52FB-B311AF1E0B00}"/>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3E870887-DC3E-93D0-D0B3-AC6892E68675}"/>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29F82541-FEE2-80B6-0DA6-24381F4C838C}"/>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8B695F5C-4263-8F1C-F191-98DB0FBB2C07}"/>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FB017536-EC92-1283-C21A-DDF5E4DBFCF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B28FE3D5-3BF6-CEE8-5657-0D38E472B486}"/>
              </a:ext>
            </a:extLst>
          </p:cNvPr>
          <p:cNvSpPr txBox="1">
            <a:spLocks/>
          </p:cNvSpPr>
          <p:nvPr/>
        </p:nvSpPr>
        <p:spPr>
          <a:xfrm>
            <a:off x="794942" y="992800"/>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Channels:</a:t>
            </a:r>
            <a:endParaRPr lang="en-US" dirty="0">
              <a:latin typeface="Garamond" panose="02020404030301010803" pitchFamily="18" charset="0"/>
            </a:endParaRPr>
          </a:p>
          <a:p>
            <a:pPr lvl="0" indent="-323850" algn="l">
              <a:buSzPts val="1500"/>
              <a:buFont typeface="Hind"/>
              <a:buChar char="●"/>
            </a:pPr>
            <a:r>
              <a:rPr lang="en-US" b="1" dirty="0">
                <a:latin typeface="Garamond" panose="02020404030301010803" pitchFamily="18" charset="0"/>
              </a:rPr>
              <a:t>Email &amp; Internal Newsletter</a:t>
            </a:r>
            <a:r>
              <a:rPr lang="en-US" dirty="0">
                <a:latin typeface="Garamond" panose="02020404030301010803" pitchFamily="18" charset="0"/>
              </a:rPr>
              <a:t>: For company-wide updates, policy changes, and the "SDG 13 Spotlight".</a:t>
            </a:r>
          </a:p>
          <a:p>
            <a:pPr lvl="0" indent="-323850" algn="l">
              <a:buSzPts val="1500"/>
              <a:buFont typeface="Hind"/>
              <a:buChar char="●"/>
            </a:pPr>
            <a:r>
              <a:rPr lang="en-US" b="1" dirty="0">
                <a:latin typeface="Garamond" panose="02020404030301010803" pitchFamily="18" charset="0"/>
              </a:rPr>
              <a:t>Internal Social Platform (e.g., Slack/Teams)</a:t>
            </a:r>
            <a:r>
              <a:rPr lang="en-US" dirty="0">
                <a:latin typeface="Garamond" panose="02020404030301010803" pitchFamily="18" charset="0"/>
              </a:rPr>
              <a:t>: For quick communication, team-based collaboration, and sharing short-form success stories.</a:t>
            </a:r>
          </a:p>
          <a:p>
            <a:pPr lvl="0" indent="-323850" algn="l">
              <a:buSzPts val="1500"/>
              <a:buFont typeface="Hind"/>
              <a:buChar char="●"/>
            </a:pPr>
            <a:r>
              <a:rPr lang="en-US" b="1" dirty="0">
                <a:latin typeface="Garamond" panose="02020404030301010803" pitchFamily="18" charset="0"/>
              </a:rPr>
              <a:t>Monthly Town Hall Meetings</a:t>
            </a:r>
            <a:r>
              <a:rPr lang="en-US" dirty="0">
                <a:latin typeface="Garamond" panose="02020404030301010803" pitchFamily="18" charset="0"/>
              </a:rPr>
              <a:t>: To provide updates from founders and the board and to celebrate the "Green Innovator" of the month in person.</a:t>
            </a:r>
          </a:p>
          <a:p>
            <a:pPr marL="133350" lvl="0" indent="0" algn="l">
              <a:buSzPts val="1500"/>
            </a:pPr>
            <a:endParaRPr lang="en-US" b="1" u="sng" dirty="0">
              <a:latin typeface="Garamond" panose="02020404030301010803" pitchFamily="18" charset="0"/>
            </a:endParaRPr>
          </a:p>
          <a:p>
            <a:pPr marL="133350" lvl="0" indent="0" algn="l">
              <a:buSzPts val="1500"/>
            </a:pPr>
            <a:r>
              <a:rPr lang="en-US" b="1" u="sng" dirty="0">
                <a:latin typeface="Garamond" panose="02020404030301010803" pitchFamily="18" charset="0"/>
              </a:rPr>
              <a:t>Rationale:</a:t>
            </a:r>
            <a:endParaRPr lang="en-US" dirty="0">
              <a:latin typeface="Garamond" panose="02020404030301010803" pitchFamily="18" charset="0"/>
            </a:endParaRPr>
          </a:p>
          <a:p>
            <a:pPr lvl="0" indent="-323850" algn="l">
              <a:buSzPts val="1500"/>
              <a:buFont typeface="Hind"/>
              <a:buChar char="●"/>
            </a:pPr>
            <a:r>
              <a:rPr lang="en-US" b="1" dirty="0">
                <a:latin typeface="Garamond" panose="02020404030301010803" pitchFamily="18" charset="0"/>
              </a:rPr>
              <a:t>Rationale for Email &amp; Internal Newsletter</a:t>
            </a:r>
            <a:r>
              <a:rPr lang="en-US" dirty="0">
                <a:latin typeface="Garamond" panose="02020404030301010803" pitchFamily="18" charset="0"/>
              </a:rPr>
              <a:t>: For company-wide updates, policy changes, and the "SDG 13 Spotlight" newsletter.</a:t>
            </a:r>
          </a:p>
          <a:p>
            <a:pPr lvl="0" indent="-323850" algn="l">
              <a:buSzPts val="1500"/>
              <a:buFont typeface="Hind"/>
              <a:buChar char="●"/>
            </a:pPr>
            <a:r>
              <a:rPr lang="en-US" b="1" dirty="0">
                <a:latin typeface="Garamond" panose="02020404030301010803" pitchFamily="18" charset="0"/>
              </a:rPr>
              <a:t>Rationale for Internal Social Platform (e.g., Slack/Teams)</a:t>
            </a:r>
            <a:r>
              <a:rPr lang="en-US" dirty="0">
                <a:latin typeface="Garamond" panose="02020404030301010803" pitchFamily="18" charset="0"/>
              </a:rPr>
              <a:t>: For quick communication, team-based collaboration, and sharing short-form success stories.</a:t>
            </a:r>
          </a:p>
          <a:p>
            <a:pPr lvl="0" indent="-323850" algn="l">
              <a:buSzPts val="1500"/>
              <a:buFont typeface="Hind"/>
              <a:buChar char="●"/>
            </a:pPr>
            <a:r>
              <a:rPr lang="en-US" b="1" dirty="0">
                <a:latin typeface="Garamond" panose="02020404030301010803" pitchFamily="18" charset="0"/>
              </a:rPr>
              <a:t>Rationale for Monthly Town Hall Meetings</a:t>
            </a:r>
            <a:r>
              <a:rPr lang="en-US" dirty="0">
                <a:latin typeface="Garamond" panose="02020404030301010803" pitchFamily="18" charset="0"/>
              </a:rPr>
              <a:t>: To deliver mandatory training on climate action and its connection to the company's work.</a:t>
            </a:r>
          </a:p>
          <a:p>
            <a:pPr marL="133350" lvl="0" indent="0" algn="l">
              <a:buSzPts val="1500"/>
            </a:pPr>
            <a:r>
              <a:rPr lang="en-US" dirty="0">
                <a:latin typeface="Garamond" panose="02020404030301010803" pitchFamily="18" charset="0"/>
              </a:rPr>
              <a:t>.</a:t>
            </a:r>
            <a:endParaRPr lang="en-IN" b="1" dirty="0">
              <a:latin typeface="Garamond" panose="02020404030301010803" pitchFamily="18" charset="0"/>
            </a:endParaRPr>
          </a:p>
          <a:p>
            <a:pPr marL="139700" indent="0" algn="l">
              <a:spcBef>
                <a:spcPts val="1600"/>
              </a:spcBef>
            </a:pPr>
            <a:endParaRPr lang="en-US" dirty="0">
              <a:latin typeface="Garamond" panose="02020404030301010803" pitchFamily="18" charset="0"/>
            </a:endParaRPr>
          </a:p>
        </p:txBody>
      </p:sp>
    </p:spTree>
    <p:extLst>
      <p:ext uri="{BB962C8B-B14F-4D97-AF65-F5344CB8AC3E}">
        <p14:creationId xmlns:p14="http://schemas.microsoft.com/office/powerpoint/2010/main" val="39914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1">
          <a:extLst>
            <a:ext uri="{FF2B5EF4-FFF2-40B4-BE49-F238E27FC236}">
              <a16:creationId xmlns:a16="http://schemas.microsoft.com/office/drawing/2014/main" id="{4D491DAD-75A3-F164-B273-1CB80A741285}"/>
            </a:ext>
          </a:extLst>
        </p:cNvPr>
        <p:cNvGrpSpPr/>
        <p:nvPr/>
      </p:nvGrpSpPr>
      <p:grpSpPr>
        <a:xfrm>
          <a:off x="0" y="0"/>
          <a:ext cx="0" cy="0"/>
          <a:chOff x="0" y="0"/>
          <a:chExt cx="0" cy="0"/>
        </a:xfrm>
      </p:grpSpPr>
      <p:sp>
        <p:nvSpPr>
          <p:cNvPr id="412" name="Google Shape;412;p39">
            <a:extLst>
              <a:ext uri="{FF2B5EF4-FFF2-40B4-BE49-F238E27FC236}">
                <a16:creationId xmlns:a16="http://schemas.microsoft.com/office/drawing/2014/main" id="{1A62CB9A-9A80-A18D-FCBF-D326503ED028}"/>
              </a:ext>
            </a:extLst>
          </p:cNvPr>
          <p:cNvSpPr/>
          <p:nvPr/>
        </p:nvSpPr>
        <p:spPr>
          <a:xfrm rot="5400000">
            <a:off x="5070749" y="907795"/>
            <a:ext cx="3840300" cy="33279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9">
            <a:extLst>
              <a:ext uri="{FF2B5EF4-FFF2-40B4-BE49-F238E27FC236}">
                <a16:creationId xmlns:a16="http://schemas.microsoft.com/office/drawing/2014/main" id="{8E967A45-97B1-85AE-6554-82B8D8F06854}"/>
              </a:ext>
            </a:extLst>
          </p:cNvPr>
          <p:cNvSpPr/>
          <p:nvPr/>
        </p:nvSpPr>
        <p:spPr>
          <a:xfrm rot="5400000">
            <a:off x="2097574" y="1473145"/>
            <a:ext cx="1561500" cy="1353300"/>
          </a:xfrm>
          <a:prstGeom prst="hexagon">
            <a:avLst>
              <a:gd name="adj" fmla="val 25000"/>
              <a:gd name="vf" fmla="val 115470"/>
            </a:avLst>
          </a:prstGeom>
          <a:solidFill>
            <a:srgbClr val="F4B4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 name="Google Shape;414;p39">
            <a:extLst>
              <a:ext uri="{FF2B5EF4-FFF2-40B4-BE49-F238E27FC236}">
                <a16:creationId xmlns:a16="http://schemas.microsoft.com/office/drawing/2014/main" id="{AA0564E3-86B6-0FB5-B26C-F4D9162E4FF9}"/>
              </a:ext>
            </a:extLst>
          </p:cNvPr>
          <p:cNvSpPr txBox="1">
            <a:spLocks noGrp="1"/>
          </p:cNvSpPr>
          <p:nvPr>
            <p:ph type="title"/>
          </p:nvPr>
        </p:nvSpPr>
        <p:spPr>
          <a:xfrm>
            <a:off x="386411" y="2777951"/>
            <a:ext cx="4983827" cy="1561500"/>
          </a:xfrm>
          <a:prstGeom prst="rect">
            <a:avLst/>
          </a:prstGeom>
        </p:spPr>
        <p:txBody>
          <a:bodyPr spcFirstLastPara="1" wrap="square" lIns="91425" tIns="91425" rIns="91425" bIns="91425" anchor="ctr" anchorCtr="0">
            <a:noAutofit/>
          </a:bodyPr>
          <a:lstStyle/>
          <a:p>
            <a:pPr lvl="0"/>
            <a:r>
              <a:rPr lang="en-US" sz="2400" dirty="0">
                <a:solidFill>
                  <a:srgbClr val="256671"/>
                </a:solidFill>
                <a:latin typeface="Garamond" panose="02020404030301010803" pitchFamily="18" charset="0"/>
              </a:rPr>
              <a:t>Communication Strategy for External Stakeholders</a:t>
            </a:r>
            <a:endParaRPr sz="2400" dirty="0">
              <a:solidFill>
                <a:srgbClr val="256671"/>
              </a:solidFill>
              <a:latin typeface="Garamond" panose="02020404030301010803" pitchFamily="18" charset="0"/>
            </a:endParaRPr>
          </a:p>
        </p:txBody>
      </p:sp>
      <p:sp>
        <p:nvSpPr>
          <p:cNvPr id="415" name="Google Shape;415;p39">
            <a:extLst>
              <a:ext uri="{FF2B5EF4-FFF2-40B4-BE49-F238E27FC236}">
                <a16:creationId xmlns:a16="http://schemas.microsoft.com/office/drawing/2014/main" id="{D2BB7DC3-49BF-AAC3-C862-36DA01DD770E}"/>
              </a:ext>
            </a:extLst>
          </p:cNvPr>
          <p:cNvSpPr txBox="1">
            <a:spLocks noGrp="1"/>
          </p:cNvSpPr>
          <p:nvPr>
            <p:ph type="title" idx="2"/>
          </p:nvPr>
        </p:nvSpPr>
        <p:spPr>
          <a:xfrm>
            <a:off x="2273974" y="1729945"/>
            <a:ext cx="12087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bg1"/>
                </a:solidFill>
                <a:latin typeface="Garamond" panose="02020404030301010803" pitchFamily="18" charset="0"/>
              </a:rPr>
              <a:t>02</a:t>
            </a:r>
            <a:endParaRPr dirty="0">
              <a:solidFill>
                <a:schemeClr val="bg1"/>
              </a:solidFill>
              <a:latin typeface="Garamond" panose="02020404030301010803" pitchFamily="18" charset="0"/>
            </a:endParaRPr>
          </a:p>
        </p:txBody>
      </p:sp>
      <p:sp>
        <p:nvSpPr>
          <p:cNvPr id="417" name="Google Shape;417;p39">
            <a:extLst>
              <a:ext uri="{FF2B5EF4-FFF2-40B4-BE49-F238E27FC236}">
                <a16:creationId xmlns:a16="http://schemas.microsoft.com/office/drawing/2014/main" id="{9CCECC6E-D0E3-5822-AD8D-DBF5EEA73B48}"/>
              </a:ext>
            </a:extLst>
          </p:cNvPr>
          <p:cNvSpPr/>
          <p:nvPr/>
        </p:nvSpPr>
        <p:spPr>
          <a:xfrm rot="5400000">
            <a:off x="8189803" y="2847550"/>
            <a:ext cx="2094600" cy="18153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8" name="Google Shape;418;p39">
            <a:extLst>
              <a:ext uri="{FF2B5EF4-FFF2-40B4-BE49-F238E27FC236}">
                <a16:creationId xmlns:a16="http://schemas.microsoft.com/office/drawing/2014/main" id="{4DF14DDE-8D98-E620-6277-CD0D2F880DAE}"/>
              </a:ext>
            </a:extLst>
          </p:cNvPr>
          <p:cNvPicPr preferRelativeResize="0"/>
          <p:nvPr/>
        </p:nvPicPr>
        <p:blipFill>
          <a:blip r:embed="rId3">
            <a:alphaModFix/>
          </a:blip>
          <a:stretch>
            <a:fillRect/>
          </a:stretch>
        </p:blipFill>
        <p:spPr>
          <a:xfrm>
            <a:off x="5771687" y="741550"/>
            <a:ext cx="2438424" cy="3188024"/>
          </a:xfrm>
          <a:prstGeom prst="rect">
            <a:avLst/>
          </a:prstGeom>
          <a:noFill/>
          <a:ln>
            <a:noFill/>
          </a:ln>
        </p:spPr>
      </p:pic>
    </p:spTree>
    <p:extLst>
      <p:ext uri="{BB962C8B-B14F-4D97-AF65-F5344CB8AC3E}">
        <p14:creationId xmlns:p14="http://schemas.microsoft.com/office/powerpoint/2010/main" val="508625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500"/>
                                        <p:tgtEl>
                                          <p:spTgt spid="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FA2643AD-6F0A-6D73-A3F8-1DEC515B8DA5}"/>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7BA2A81D-8A28-60E8-7DD3-2D6A5FDF0E7F}"/>
              </a:ext>
            </a:extLst>
          </p:cNvPr>
          <p:cNvSpPr txBox="1">
            <a:spLocks noGrp="1"/>
          </p:cNvSpPr>
          <p:nvPr>
            <p:ph type="title"/>
          </p:nvPr>
        </p:nvSpPr>
        <p:spPr>
          <a:xfrm>
            <a:off x="1132450" y="566245"/>
            <a:ext cx="6728706" cy="438003"/>
          </a:xfrm>
          <a:prstGeom prst="rect">
            <a:avLst/>
          </a:prstGeom>
        </p:spPr>
        <p:txBody>
          <a:bodyPr spcFirstLastPara="1" wrap="square" lIns="91425" tIns="91425" rIns="91425" bIns="91425" anchor="t" anchorCtr="0">
            <a:noAutofit/>
          </a:bodyPr>
          <a:lstStyle/>
          <a:p>
            <a:pPr lvl="0"/>
            <a:r>
              <a:rPr lang="en-US" sz="2000" dirty="0">
                <a:solidFill>
                  <a:srgbClr val="256671"/>
                </a:solidFill>
                <a:latin typeface="Garamond" panose="02020404030301010803" pitchFamily="18" charset="0"/>
              </a:rPr>
              <a:t>External Communication Strategy: Building Trust &amp; Impact</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6C8F7AE0-11FC-5FB8-211F-17022244875F}"/>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9EC27849-FE2A-9A87-F21E-C015ACF765BA}"/>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7C8091EE-0F88-C99E-7DC4-2D6D150936D1}"/>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864AA911-A7CB-C1D7-5CCC-6480DBA6B143}"/>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854D1B46-B9D4-5A5B-A278-6CCB773BF761}"/>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2375F46C-AB74-0E26-87C0-9B08B994268C}"/>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A7531C17-EA43-8189-766D-3296270D3CD8}"/>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9536687A-EA4B-19AC-B474-F99F10F99AD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86C7CA16-7500-DE00-40D3-3E8AFADF4305}"/>
              </a:ext>
            </a:extLst>
          </p:cNvPr>
          <p:cNvSpPr txBox="1">
            <a:spLocks/>
          </p:cNvSpPr>
          <p:nvPr/>
        </p:nvSpPr>
        <p:spPr>
          <a:xfrm>
            <a:off x="794942" y="1140511"/>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u="sng" dirty="0">
                <a:latin typeface="Garamond" panose="02020404030301010803" pitchFamily="18" charset="0"/>
              </a:rPr>
              <a:t>Targeted Stakeholders:</a:t>
            </a:r>
          </a:p>
          <a:p>
            <a:endParaRPr lang="en-US" dirty="0">
              <a:latin typeface="Garamond" panose="02020404030301010803" pitchFamily="18" charset="0"/>
            </a:endParaRPr>
          </a:p>
          <a:p>
            <a:pPr algn="l">
              <a:buFont typeface="Arial" panose="020B0604020202020204" pitchFamily="34" charset="0"/>
              <a:buChar char="•"/>
            </a:pPr>
            <a:r>
              <a:rPr lang="en-US" dirty="0">
                <a:latin typeface="Garamond" panose="02020404030301010803" pitchFamily="18" charset="0"/>
              </a:rPr>
              <a:t>Customers (households, businesses, rural communities)</a:t>
            </a:r>
          </a:p>
          <a:p>
            <a:pPr marL="419100" lvl="0" indent="-285750" algn="l">
              <a:buSzPts val="1500"/>
              <a:buFont typeface="Arial" panose="020B0604020202020204" pitchFamily="34" charset="0"/>
              <a:buChar char="•"/>
            </a:pPr>
            <a:r>
              <a:rPr lang="en-IN" dirty="0">
                <a:latin typeface="Garamond" panose="02020404030301010803" pitchFamily="18" charset="0"/>
              </a:rPr>
              <a:t>Government &amp; Regulatory Bodies</a:t>
            </a:r>
          </a:p>
          <a:p>
            <a:pPr marL="419100" lvl="0" indent="-285750" algn="l">
              <a:buSzPts val="1500"/>
              <a:buFont typeface="Arial" panose="020B0604020202020204" pitchFamily="34" charset="0"/>
              <a:buChar char="•"/>
            </a:pPr>
            <a:r>
              <a:rPr lang="en-IN" dirty="0">
                <a:latin typeface="Garamond" panose="02020404030301010803" pitchFamily="18" charset="0"/>
              </a:rPr>
              <a:t>Investors</a:t>
            </a:r>
          </a:p>
          <a:p>
            <a:pPr marL="419100" lvl="0" indent="-285750" algn="l">
              <a:buSzPts val="1500"/>
              <a:buFont typeface="Arial" panose="020B0604020202020204" pitchFamily="34" charset="0"/>
              <a:buChar char="•"/>
            </a:pPr>
            <a:r>
              <a:rPr lang="en-IN" dirty="0">
                <a:latin typeface="Garamond" panose="02020404030301010803" pitchFamily="18" charset="0"/>
              </a:rPr>
              <a:t>NGOs &amp; Environmental Organizations </a:t>
            </a:r>
            <a:endParaRPr lang="en-IN" u="sng" dirty="0">
              <a:latin typeface="Garamond" panose="02020404030301010803" pitchFamily="18" charset="0"/>
            </a:endParaRPr>
          </a:p>
          <a:p>
            <a:pPr marL="133350" lvl="0" indent="0" algn="l">
              <a:buSzPts val="1500"/>
            </a:pPr>
            <a:endParaRPr lang="en-US" b="1" u="sng" dirty="0">
              <a:latin typeface="Garamond" panose="02020404030301010803" pitchFamily="18" charset="0"/>
            </a:endParaRPr>
          </a:p>
          <a:p>
            <a:pPr marL="133350" lvl="0" indent="0" algn="l">
              <a:buSzPts val="1500"/>
            </a:pPr>
            <a:r>
              <a:rPr lang="en-US" b="1" u="sng" dirty="0">
                <a:latin typeface="Garamond" panose="02020404030301010803" pitchFamily="18" charset="0"/>
              </a:rPr>
              <a:t>Rationale for Targeting:</a:t>
            </a:r>
          </a:p>
          <a:p>
            <a:pPr marL="139700" indent="0" algn="l">
              <a:spcBef>
                <a:spcPts val="1600"/>
              </a:spcBef>
            </a:pPr>
            <a:r>
              <a:rPr lang="en-US" dirty="0">
                <a:latin typeface="Garamond" panose="02020404030301010803" pitchFamily="18" charset="0"/>
              </a:rPr>
              <a:t>These stakeholders are crucial for scaling SolNova's operations and achieving its vision. Engaging them directly builds brand loyalty, secures financial support, and helps influence policy for accelerated solar adoption.</a:t>
            </a:r>
          </a:p>
        </p:txBody>
      </p:sp>
    </p:spTree>
    <p:extLst>
      <p:ext uri="{BB962C8B-B14F-4D97-AF65-F5344CB8AC3E}">
        <p14:creationId xmlns:p14="http://schemas.microsoft.com/office/powerpoint/2010/main" val="93831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E38247EB-C0C5-918D-EFEA-728B992DF452}"/>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610304B5-9D6F-FBE7-D19C-FB4A57BD3931}"/>
              </a:ext>
            </a:extLst>
          </p:cNvPr>
          <p:cNvSpPr txBox="1">
            <a:spLocks noGrp="1"/>
          </p:cNvSpPr>
          <p:nvPr>
            <p:ph type="title"/>
          </p:nvPr>
        </p:nvSpPr>
        <p:spPr>
          <a:xfrm>
            <a:off x="1798686" y="491523"/>
            <a:ext cx="5544730" cy="408535"/>
          </a:xfrm>
          <a:prstGeom prst="rect">
            <a:avLst/>
          </a:prstGeom>
        </p:spPr>
        <p:txBody>
          <a:bodyPr spcFirstLastPara="1" wrap="square" lIns="91425" tIns="91425" rIns="91425" bIns="91425" anchor="t" anchorCtr="0">
            <a:noAutofit/>
          </a:bodyPr>
          <a:lstStyle/>
          <a:p>
            <a:pPr lvl="0"/>
            <a:r>
              <a:rPr lang="en-US" sz="2000" dirty="0">
                <a:solidFill>
                  <a:srgbClr val="256671"/>
                </a:solidFill>
                <a:latin typeface="Garamond" panose="02020404030301010803" pitchFamily="18" charset="0"/>
              </a:rPr>
              <a:t>Strategy &amp; Rationale: Amplifying Our Impact</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C377C245-9149-380B-8B33-D8E071306C1F}"/>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4976C3BA-3AD3-FD89-8B36-D6BB8E17835A}"/>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4D4DC1F2-0FFE-8E75-9053-570124DC66C2}"/>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C8DCD778-557D-AA18-152E-668F3FA47483}"/>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1419FF2F-DFC9-2392-9A49-76FCF0C0CE1A}"/>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49CA19E7-A5E5-9679-B191-04971D5CAC7C}"/>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D77E3F46-DFF9-6A9F-CC24-5B5AC0C1A9DE}"/>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F95B542C-BBD2-1996-8C27-705955EF334A}"/>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9A2BB807-4C24-252A-3704-C3239ECEFD6F}"/>
              </a:ext>
            </a:extLst>
          </p:cNvPr>
          <p:cNvSpPr txBox="1">
            <a:spLocks/>
          </p:cNvSpPr>
          <p:nvPr/>
        </p:nvSpPr>
        <p:spPr>
          <a:xfrm>
            <a:off x="794942" y="977430"/>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Strategy:</a:t>
            </a:r>
            <a:endParaRPr lang="en-US" dirty="0">
              <a:latin typeface="Garamond" panose="02020404030301010803" pitchFamily="18" charset="0"/>
            </a:endParaRPr>
          </a:p>
          <a:p>
            <a:pPr lvl="0" indent="-323850" algn="l">
              <a:buSzPts val="1500"/>
              <a:buFont typeface="Hind"/>
              <a:buChar char="●"/>
            </a:pPr>
            <a:r>
              <a:rPr lang="en-US" b="1" dirty="0">
                <a:latin typeface="Garamond" panose="02020404030301010803" pitchFamily="18" charset="0"/>
              </a:rPr>
              <a:t>"My Solar Impact" Mobile App</a:t>
            </a:r>
            <a:r>
              <a:rPr lang="en-US" dirty="0">
                <a:latin typeface="Garamond" panose="02020404030301010803" pitchFamily="18" charset="0"/>
              </a:rPr>
              <a:t>: An application allowing customers to track their carbon footprint reduction, energy savings, and direct contribution to SDG 13.</a:t>
            </a:r>
          </a:p>
          <a:p>
            <a:pPr indent="-323850" algn="l">
              <a:buSzPts val="1500"/>
              <a:buFont typeface="Hind"/>
              <a:buChar char="●"/>
            </a:pPr>
            <a:r>
              <a:rPr lang="en-US" b="1" dirty="0">
                <a:latin typeface="Garamond" panose="02020404030301010803" pitchFamily="18" charset="0"/>
              </a:rPr>
              <a:t>Policy Advocacy White Papers</a:t>
            </a:r>
            <a:r>
              <a:rPr lang="en-US" dirty="0">
                <a:latin typeface="Garamond" panose="02020404030301010803" pitchFamily="18" charset="0"/>
              </a:rPr>
              <a:t>: Publish research and white papers for government agencies to advocate for supportive solar policies.</a:t>
            </a:r>
          </a:p>
          <a:p>
            <a:pPr indent="-323850" algn="l">
              <a:buSzPts val="1500"/>
              <a:buFont typeface="Hind"/>
              <a:buChar char="●"/>
            </a:pPr>
            <a:r>
              <a:rPr lang="en-US" b="1" dirty="0">
                <a:latin typeface="Garamond" panose="02020404030301010803" pitchFamily="18" charset="0"/>
              </a:rPr>
              <a:t>Partnership with NGOs</a:t>
            </a:r>
            <a:r>
              <a:rPr lang="en-US" dirty="0">
                <a:latin typeface="Garamond" panose="02020404030301010803" pitchFamily="18" charset="0"/>
              </a:rPr>
              <a:t>: Collaborate on community awareness campaigns and training programs to certify local youth as solar technicians.</a:t>
            </a:r>
          </a:p>
          <a:p>
            <a:pPr marL="133350" indent="0" algn="l">
              <a:buSzPts val="1500"/>
            </a:pPr>
            <a:endParaRPr lang="en-US" dirty="0">
              <a:latin typeface="Garamond" panose="02020404030301010803" pitchFamily="18" charset="0"/>
            </a:endParaRPr>
          </a:p>
          <a:p>
            <a:pPr marL="133350" lvl="0" indent="0" algn="l">
              <a:buSzPts val="1500"/>
            </a:pPr>
            <a:r>
              <a:rPr lang="en-US" b="1" u="sng" dirty="0">
                <a:latin typeface="Garamond" panose="02020404030301010803" pitchFamily="18" charset="0"/>
              </a:rPr>
              <a:t>Rationale for Strategy:</a:t>
            </a:r>
          </a:p>
          <a:p>
            <a:pPr lvl="0" indent="-323850" algn="l">
              <a:buSzPts val="1500"/>
              <a:buFont typeface="Hind"/>
              <a:buChar char="●"/>
            </a:pPr>
            <a:r>
              <a:rPr lang="en-US" b="1" dirty="0">
                <a:latin typeface="Garamond" panose="02020404030301010803" pitchFamily="18" charset="0"/>
              </a:rPr>
              <a:t>Rationale for "My Solar Impact" Mobile App</a:t>
            </a:r>
            <a:r>
              <a:rPr lang="en-US" dirty="0">
                <a:latin typeface="Garamond" panose="02020404030301010803" pitchFamily="18" charset="0"/>
              </a:rPr>
              <a:t>: The app helps us make solar power accessible and reliable, contributing directly to SDG 13.</a:t>
            </a:r>
          </a:p>
          <a:p>
            <a:pPr lvl="0" indent="-323850" algn="l">
              <a:buSzPts val="1500"/>
              <a:buFont typeface="Hind"/>
              <a:buChar char="●"/>
            </a:pPr>
            <a:r>
              <a:rPr lang="en-US" b="1" dirty="0">
                <a:latin typeface="Garamond" panose="02020404030301010803" pitchFamily="18" charset="0"/>
              </a:rPr>
              <a:t>Rationale for Policy Advocacy White Papers</a:t>
            </a:r>
            <a:r>
              <a:rPr lang="en-US" dirty="0">
                <a:latin typeface="Garamond" panose="02020404030301010803" pitchFamily="18" charset="0"/>
              </a:rPr>
              <a:t>: This formal approach positions </a:t>
            </a:r>
            <a:r>
              <a:rPr lang="en-US" dirty="0" err="1">
                <a:latin typeface="Garamond" panose="02020404030301010803" pitchFamily="18" charset="0"/>
              </a:rPr>
              <a:t>SolNova</a:t>
            </a:r>
            <a:r>
              <a:rPr lang="en-US" dirty="0">
                <a:latin typeface="Garamond" panose="02020404030301010803" pitchFamily="18" charset="0"/>
              </a:rPr>
              <a:t> as a thought leader and helps us advocate for policy incentives.</a:t>
            </a:r>
          </a:p>
          <a:p>
            <a:pPr indent="-323850" algn="l">
              <a:buSzPts val="1500"/>
              <a:buFont typeface="Hind"/>
              <a:buChar char="●"/>
            </a:pPr>
            <a:r>
              <a:rPr lang="en-US" b="1" dirty="0">
                <a:latin typeface="Garamond" panose="02020404030301010803" pitchFamily="18" charset="0"/>
              </a:rPr>
              <a:t>Rationale for Partnership with NGOs</a:t>
            </a:r>
            <a:r>
              <a:rPr lang="en-US" dirty="0">
                <a:latin typeface="Garamond" panose="02020404030301010803" pitchFamily="18" charset="0"/>
              </a:rPr>
              <a:t>: This amplifies our reach and contributes to SDG 13 by promoting education and awareness.</a:t>
            </a:r>
          </a:p>
          <a:p>
            <a:pPr marL="139700" indent="0" algn="l">
              <a:spcBef>
                <a:spcPts val="1600"/>
              </a:spcBef>
            </a:pPr>
            <a:endParaRPr lang="en-US" dirty="0">
              <a:latin typeface="Garamond" panose="02020404030301010803" pitchFamily="18" charset="0"/>
            </a:endParaRPr>
          </a:p>
        </p:txBody>
      </p:sp>
    </p:spTree>
    <p:extLst>
      <p:ext uri="{BB962C8B-B14F-4D97-AF65-F5344CB8AC3E}">
        <p14:creationId xmlns:p14="http://schemas.microsoft.com/office/powerpoint/2010/main" val="48774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3D6CAF1A-1C57-85E9-3547-7A9AC0B3ADAC}"/>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55C09438-4446-7665-5339-0E1C7EF25301}"/>
              </a:ext>
            </a:extLst>
          </p:cNvPr>
          <p:cNvSpPr txBox="1">
            <a:spLocks noGrp="1"/>
          </p:cNvSpPr>
          <p:nvPr>
            <p:ph type="title"/>
          </p:nvPr>
        </p:nvSpPr>
        <p:spPr>
          <a:xfrm>
            <a:off x="1313663" y="474206"/>
            <a:ext cx="6516673" cy="483320"/>
          </a:xfrm>
          <a:prstGeom prst="rect">
            <a:avLst/>
          </a:prstGeom>
        </p:spPr>
        <p:txBody>
          <a:bodyPr spcFirstLastPara="1" wrap="square" lIns="91425" tIns="91425" rIns="91425" bIns="91425" anchor="t" anchorCtr="0">
            <a:noAutofit/>
          </a:bodyPr>
          <a:lstStyle/>
          <a:p>
            <a:pPr lvl="0"/>
            <a:r>
              <a:rPr lang="en-US" sz="2000" dirty="0">
                <a:solidFill>
                  <a:srgbClr val="256671"/>
                </a:solidFill>
                <a:latin typeface="Garamond" panose="02020404030301010803" pitchFamily="18" charset="0"/>
              </a:rPr>
              <a:t>Prototype: "My Solar Impact" App Dashboard</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F7BDA5C9-0AFF-70C9-3A3C-2FEB8F6017BD}"/>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1F73020B-17E1-659D-F55F-FBE58A332A12}"/>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E177EB86-6FD4-1985-8572-BFDA206161D5}"/>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9998B227-2EC7-A85D-9A84-8B655F1F88FA}"/>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02B2D0C0-AB9C-7EE3-28FA-E9FEE8F98CE1}"/>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8D13E72B-3967-F9C6-AF89-F0D46492723C}"/>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B5ABD1DD-963E-5F9B-9E84-DA938D53D1C6}"/>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0E39C2B2-9179-5142-143D-A9D5BB5FD3A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BF1E1074-B1FE-F435-E551-3AD8DE695898}"/>
              </a:ext>
            </a:extLst>
          </p:cNvPr>
          <p:cNvSpPr txBox="1">
            <a:spLocks/>
          </p:cNvSpPr>
          <p:nvPr/>
        </p:nvSpPr>
        <p:spPr>
          <a:xfrm>
            <a:off x="794942" y="1140511"/>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Description:</a:t>
            </a:r>
          </a:p>
          <a:p>
            <a:pPr marL="133350" lvl="0" indent="0" algn="l">
              <a:buSzPts val="1500"/>
            </a:pPr>
            <a:endParaRPr lang="en-US" dirty="0">
              <a:latin typeface="Garamond" panose="02020404030301010803" pitchFamily="18" charset="0"/>
            </a:endParaRPr>
          </a:p>
          <a:p>
            <a:pPr marL="133350" indent="0" algn="l">
              <a:buSzPts val="1500"/>
            </a:pPr>
            <a:r>
              <a:rPr lang="en-US" dirty="0">
                <a:latin typeface="Garamond" panose="02020404030301010803" pitchFamily="18" charset="0"/>
              </a:rPr>
              <a:t>A visual representation of the mobile app's main screen, designed to be user-friendly and informative.</a:t>
            </a:r>
          </a:p>
          <a:p>
            <a:pPr marL="133350" lvl="0" indent="0" algn="l">
              <a:buSzPts val="1500"/>
            </a:pPr>
            <a:endParaRPr lang="en-US" b="1" u="sng" dirty="0">
              <a:latin typeface="Garamond" panose="02020404030301010803" pitchFamily="18" charset="0"/>
            </a:endParaRPr>
          </a:p>
          <a:p>
            <a:pPr marL="133350" lvl="0" indent="0" algn="l">
              <a:buSzPts val="1500"/>
            </a:pPr>
            <a:r>
              <a:rPr lang="en-US" b="1" u="sng" dirty="0">
                <a:latin typeface="Garamond" panose="02020404030301010803" pitchFamily="18" charset="0"/>
              </a:rPr>
              <a:t>Prototype design:</a:t>
            </a:r>
          </a:p>
          <a:p>
            <a:pPr marL="133350" lvl="0" indent="0" algn="l">
              <a:buSzPts val="1500"/>
            </a:pPr>
            <a:endParaRPr lang="en-US" b="1" u="sng" dirty="0">
              <a:latin typeface="Garamond" panose="02020404030301010803" pitchFamily="18" charset="0"/>
            </a:endParaRPr>
          </a:p>
          <a:p>
            <a:pPr marL="419100" indent="-285750" algn="l">
              <a:buSzPts val="1500"/>
              <a:buFont typeface="Arial" panose="020B0604020202020204" pitchFamily="34" charset="0"/>
              <a:buChar char="•"/>
            </a:pPr>
            <a:r>
              <a:rPr lang="en-US" b="1" dirty="0">
                <a:latin typeface="Garamond" panose="02020404030301010803" pitchFamily="18" charset="0"/>
              </a:rPr>
              <a:t>Image</a:t>
            </a:r>
            <a:r>
              <a:rPr lang="en-US" dirty="0">
                <a:latin typeface="Garamond" panose="02020404030301010803" pitchFamily="18" charset="0"/>
              </a:rPr>
              <a:t>: A mockup of a smartphone screen. The top shows a large number representing "CO₂ Emissions Avoided," followed by a graph of daily energy generation. The bottom has quick links to educational content and a referral program.</a:t>
            </a:r>
          </a:p>
          <a:p>
            <a:pPr marL="419100" indent="-285750" algn="l">
              <a:buSzPts val="1500"/>
              <a:buFont typeface="Arial" panose="020B0604020202020204" pitchFamily="34" charset="0"/>
              <a:buChar char="•"/>
            </a:pPr>
            <a:r>
              <a:rPr lang="en-US" b="1" dirty="0">
                <a:latin typeface="Garamond" panose="02020404030301010803" pitchFamily="18" charset="0"/>
              </a:rPr>
              <a:t>Call to action</a:t>
            </a:r>
            <a:r>
              <a:rPr lang="en-US" dirty="0">
                <a:latin typeface="Garamond" panose="02020404030301010803" pitchFamily="18" charset="0"/>
              </a:rPr>
              <a:t>: "Track your progress. See your impact. Join the movement."</a:t>
            </a:r>
          </a:p>
          <a:p>
            <a:pPr marL="419100" indent="-285750" algn="l">
              <a:buSzPts val="1500"/>
              <a:buFont typeface="Arial" panose="020B0604020202020204" pitchFamily="34" charset="0"/>
              <a:buChar char="•"/>
            </a:pPr>
            <a:r>
              <a:rPr lang="en-US" b="1" dirty="0">
                <a:latin typeface="Garamond" panose="02020404030301010803" pitchFamily="18" charset="0"/>
              </a:rPr>
              <a:t>Benefit</a:t>
            </a:r>
            <a:r>
              <a:rPr lang="en-US" dirty="0">
                <a:latin typeface="Garamond" panose="02020404030301010803" pitchFamily="18" charset="0"/>
              </a:rPr>
              <a:t>: This app helps </a:t>
            </a:r>
            <a:r>
              <a:rPr lang="en-US" dirty="0" err="1">
                <a:latin typeface="Garamond" panose="02020404030301010803" pitchFamily="18" charset="0"/>
              </a:rPr>
              <a:t>SolNova</a:t>
            </a:r>
            <a:r>
              <a:rPr lang="en-US" dirty="0">
                <a:latin typeface="Garamond" panose="02020404030301010803" pitchFamily="18" charset="0"/>
              </a:rPr>
              <a:t> achieve its goal of making solar power accessible and directly contributes to improving awareness on climate change.</a:t>
            </a:r>
          </a:p>
          <a:p>
            <a:pPr marL="139700" indent="0" algn="l">
              <a:spcBef>
                <a:spcPts val="1600"/>
              </a:spcBef>
            </a:pPr>
            <a:endParaRPr lang="en-US" dirty="0">
              <a:latin typeface="Garamond" panose="02020404030301010803" pitchFamily="18" charset="0"/>
            </a:endParaRPr>
          </a:p>
        </p:txBody>
      </p:sp>
    </p:spTree>
    <p:extLst>
      <p:ext uri="{BB962C8B-B14F-4D97-AF65-F5344CB8AC3E}">
        <p14:creationId xmlns:p14="http://schemas.microsoft.com/office/powerpoint/2010/main" val="1213545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39732BE6-78A6-BD74-19E5-3C131CD5FE81}"/>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D1FB792F-A5B7-CAE8-2DC5-08A53BB7AB89}"/>
              </a:ext>
            </a:extLst>
          </p:cNvPr>
          <p:cNvSpPr txBox="1">
            <a:spLocks noGrp="1"/>
          </p:cNvSpPr>
          <p:nvPr>
            <p:ph type="title"/>
          </p:nvPr>
        </p:nvSpPr>
        <p:spPr>
          <a:xfrm>
            <a:off x="2534869" y="444869"/>
            <a:ext cx="4074262" cy="483320"/>
          </a:xfrm>
          <a:prstGeom prst="rect">
            <a:avLst/>
          </a:prstGeom>
        </p:spPr>
        <p:txBody>
          <a:bodyPr spcFirstLastPara="1" wrap="square" lIns="91425" tIns="91425" rIns="91425" bIns="91425" anchor="t" anchorCtr="0">
            <a:noAutofit/>
          </a:bodyPr>
          <a:lstStyle/>
          <a:p>
            <a:pPr lvl="0"/>
            <a:r>
              <a:rPr lang="en-IN" sz="2000" dirty="0">
                <a:solidFill>
                  <a:srgbClr val="256671"/>
                </a:solidFill>
                <a:latin typeface="Garamond" panose="02020404030301010803" pitchFamily="18" charset="0"/>
              </a:rPr>
              <a:t>External Communication Channels</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72864EFC-7276-A2AE-932C-55EAD910BFA0}"/>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C42A02FA-7ABD-EDF1-0281-AFD07D952507}"/>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0DB9F161-FEAA-F18E-D90D-8237B8379DF4}"/>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526A2CCD-D95F-7526-B0B4-29581FAF73D7}"/>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C1FA5B7F-9987-69F2-77A6-B78426D6F81F}"/>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8F23D470-9C29-BDF4-F393-0E0AFE153B5B}"/>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A7FD4B8A-5A33-20EE-9705-CAD6B9CAE6D0}"/>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44B4B42B-EB0C-5610-D14C-E4CDD63BDE28}"/>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36C95081-361C-01C4-8A50-A08054CD2217}"/>
              </a:ext>
            </a:extLst>
          </p:cNvPr>
          <p:cNvSpPr txBox="1">
            <a:spLocks/>
          </p:cNvSpPr>
          <p:nvPr/>
        </p:nvSpPr>
        <p:spPr>
          <a:xfrm>
            <a:off x="794942" y="999834"/>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Channels:</a:t>
            </a:r>
            <a:endParaRPr lang="en-US" dirty="0">
              <a:latin typeface="Garamond" panose="02020404030301010803" pitchFamily="18" charset="0"/>
            </a:endParaRPr>
          </a:p>
          <a:p>
            <a:pPr lvl="0" indent="-323850" algn="l">
              <a:buSzPts val="1500"/>
              <a:buFont typeface="Hind"/>
              <a:buChar char="●"/>
            </a:pPr>
            <a:r>
              <a:rPr lang="en-US" b="1" dirty="0">
                <a:latin typeface="Garamond" panose="02020404030301010803" pitchFamily="18" charset="0"/>
              </a:rPr>
              <a:t>Public Relations &amp; Media</a:t>
            </a:r>
            <a:r>
              <a:rPr lang="en-US" dirty="0">
                <a:latin typeface="Garamond" panose="02020404030301010803" pitchFamily="18" charset="0"/>
              </a:rPr>
              <a:t>: To announce major projects, partnerships with NGOs, and policy recommendations.</a:t>
            </a:r>
          </a:p>
          <a:p>
            <a:pPr lvl="0" indent="-323850" algn="l">
              <a:buSzPts val="1500"/>
              <a:buFont typeface="Hind"/>
              <a:buChar char="●"/>
            </a:pPr>
            <a:r>
              <a:rPr lang="en-US" b="1" dirty="0">
                <a:latin typeface="Garamond" panose="02020404030301010803" pitchFamily="18" charset="0"/>
              </a:rPr>
              <a:t>Social Media (LinkedIn, Twitter)</a:t>
            </a:r>
            <a:r>
              <a:rPr lang="en-US" dirty="0">
                <a:latin typeface="Garamond" panose="02020404030301010803" pitchFamily="18" charset="0"/>
              </a:rPr>
              <a:t>: For investor relations, policy updates, and engaging with NGOs and the broader public.</a:t>
            </a:r>
          </a:p>
          <a:p>
            <a:pPr lvl="0" indent="-323850" algn="l">
              <a:buSzPts val="1500"/>
              <a:buFont typeface="Hind"/>
              <a:buChar char="●"/>
            </a:pPr>
            <a:r>
              <a:rPr lang="en-US" b="1" dirty="0">
                <a:latin typeface="Garamond" panose="02020404030301010803" pitchFamily="18" charset="0"/>
              </a:rPr>
              <a:t>Digital Platforms &amp; Mobile App</a:t>
            </a:r>
            <a:r>
              <a:rPr lang="en-US" dirty="0">
                <a:latin typeface="Garamond" panose="02020404030301010803" pitchFamily="18" charset="0"/>
              </a:rPr>
              <a:t>: To communicate directly with customers and empower them to track their contribution to SDG 13.</a:t>
            </a:r>
          </a:p>
          <a:p>
            <a:pPr marL="133350" lvl="0" indent="0" algn="l">
              <a:buSzPts val="1500"/>
            </a:pPr>
            <a:endParaRPr lang="en-US" b="1" u="sng" dirty="0">
              <a:latin typeface="Garamond" panose="02020404030301010803" pitchFamily="18" charset="0"/>
            </a:endParaRPr>
          </a:p>
          <a:p>
            <a:pPr marL="133350" lvl="0" indent="0" algn="l">
              <a:buSzPts val="1500"/>
            </a:pPr>
            <a:r>
              <a:rPr lang="en-US" b="1" u="sng" dirty="0">
                <a:latin typeface="Garamond" panose="02020404030301010803" pitchFamily="18" charset="0"/>
              </a:rPr>
              <a:t>Rationale:</a:t>
            </a:r>
          </a:p>
          <a:p>
            <a:pPr lvl="0" indent="-323850" algn="l">
              <a:buSzPts val="1500"/>
              <a:buFont typeface="Hind"/>
              <a:buChar char="●"/>
            </a:pPr>
            <a:r>
              <a:rPr lang="en-US" b="1" dirty="0">
                <a:latin typeface="Garamond" panose="02020404030301010803" pitchFamily="18" charset="0"/>
              </a:rPr>
              <a:t>Rationale for Public Relations &amp; Media</a:t>
            </a:r>
            <a:r>
              <a:rPr lang="en-US" dirty="0">
                <a:latin typeface="Garamond" panose="02020404030301010803" pitchFamily="18" charset="0"/>
              </a:rPr>
              <a:t>: To announce major projects, partnerships, and policy recommendations.</a:t>
            </a:r>
          </a:p>
          <a:p>
            <a:pPr lvl="0" indent="-323850" algn="l">
              <a:buSzPts val="1500"/>
              <a:buFont typeface="Hind"/>
              <a:buChar char="●"/>
            </a:pPr>
            <a:r>
              <a:rPr lang="en-US" b="1" dirty="0">
                <a:latin typeface="Garamond" panose="02020404030301010803" pitchFamily="18" charset="0"/>
              </a:rPr>
              <a:t>Rationale for Social Media (LinkedIn, Twitter)</a:t>
            </a:r>
            <a:r>
              <a:rPr lang="en-US" dirty="0">
                <a:latin typeface="Garamond" panose="02020404030301010803" pitchFamily="18" charset="0"/>
              </a:rPr>
              <a:t>: For investor relations, policy updates, and engaging with NGOs and the broader public.</a:t>
            </a:r>
          </a:p>
          <a:p>
            <a:pPr lvl="0" indent="-323850" algn="l">
              <a:buSzPts val="1500"/>
              <a:buFont typeface="Hind"/>
              <a:buChar char="●"/>
            </a:pPr>
            <a:r>
              <a:rPr lang="en-US" b="1" dirty="0">
                <a:latin typeface="Garamond" panose="02020404030301010803" pitchFamily="18" charset="0"/>
              </a:rPr>
              <a:t>Rationale for Digital Platforms &amp; Mobile App</a:t>
            </a:r>
            <a:r>
              <a:rPr lang="en-US" dirty="0">
                <a:latin typeface="Garamond" panose="02020404030301010803" pitchFamily="18" charset="0"/>
              </a:rPr>
              <a:t>: To communicate directly with customers and empower them to track their contribution to SDG 13.</a:t>
            </a:r>
          </a:p>
          <a:p>
            <a:pPr marL="133350" lvl="0" indent="0" algn="l">
              <a:buSzPts val="1500"/>
            </a:pPr>
            <a:endParaRPr lang="en-US" dirty="0">
              <a:latin typeface="Garamond" panose="02020404030301010803" pitchFamily="18" charset="0"/>
            </a:endParaRPr>
          </a:p>
        </p:txBody>
      </p:sp>
    </p:spTree>
    <p:extLst>
      <p:ext uri="{BB962C8B-B14F-4D97-AF65-F5344CB8AC3E}">
        <p14:creationId xmlns:p14="http://schemas.microsoft.com/office/powerpoint/2010/main" val="4253441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1">
          <a:extLst>
            <a:ext uri="{FF2B5EF4-FFF2-40B4-BE49-F238E27FC236}">
              <a16:creationId xmlns:a16="http://schemas.microsoft.com/office/drawing/2014/main" id="{CD41CD9F-94E4-36F6-5E33-2C5B1C7A228E}"/>
            </a:ext>
          </a:extLst>
        </p:cNvPr>
        <p:cNvGrpSpPr/>
        <p:nvPr/>
      </p:nvGrpSpPr>
      <p:grpSpPr>
        <a:xfrm>
          <a:off x="0" y="0"/>
          <a:ext cx="0" cy="0"/>
          <a:chOff x="0" y="0"/>
          <a:chExt cx="0" cy="0"/>
        </a:xfrm>
      </p:grpSpPr>
      <p:sp>
        <p:nvSpPr>
          <p:cNvPr id="412" name="Google Shape;412;p39">
            <a:extLst>
              <a:ext uri="{FF2B5EF4-FFF2-40B4-BE49-F238E27FC236}">
                <a16:creationId xmlns:a16="http://schemas.microsoft.com/office/drawing/2014/main" id="{7B918513-0DEF-B15A-A876-A353F016A948}"/>
              </a:ext>
            </a:extLst>
          </p:cNvPr>
          <p:cNvSpPr/>
          <p:nvPr/>
        </p:nvSpPr>
        <p:spPr>
          <a:xfrm rot="5400000">
            <a:off x="5070749" y="907795"/>
            <a:ext cx="3840300" cy="3327900"/>
          </a:xfrm>
          <a:prstGeom prst="hexagon">
            <a:avLst>
              <a:gd name="adj" fmla="val 25000"/>
              <a:gd name="vf" fmla="val 115470"/>
            </a:avLst>
          </a:prstGeom>
          <a:gradFill>
            <a:gsLst>
              <a:gs pos="0">
                <a:schemeClr val="lt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9">
            <a:extLst>
              <a:ext uri="{FF2B5EF4-FFF2-40B4-BE49-F238E27FC236}">
                <a16:creationId xmlns:a16="http://schemas.microsoft.com/office/drawing/2014/main" id="{22E4E293-6BD1-3D2F-FCEC-040FBA6F4258}"/>
              </a:ext>
            </a:extLst>
          </p:cNvPr>
          <p:cNvSpPr/>
          <p:nvPr/>
        </p:nvSpPr>
        <p:spPr>
          <a:xfrm rot="5400000">
            <a:off x="1643293" y="1639662"/>
            <a:ext cx="1561500" cy="1353300"/>
          </a:xfrm>
          <a:prstGeom prst="hexagon">
            <a:avLst>
              <a:gd name="adj" fmla="val 25000"/>
              <a:gd name="vf" fmla="val 115470"/>
            </a:avLst>
          </a:prstGeom>
          <a:solidFill>
            <a:srgbClr val="F4B4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4" name="Google Shape;414;p39">
            <a:extLst>
              <a:ext uri="{FF2B5EF4-FFF2-40B4-BE49-F238E27FC236}">
                <a16:creationId xmlns:a16="http://schemas.microsoft.com/office/drawing/2014/main" id="{34C4769A-E5E7-F03B-FA21-B719B2CD3A19}"/>
              </a:ext>
            </a:extLst>
          </p:cNvPr>
          <p:cNvSpPr txBox="1">
            <a:spLocks noGrp="1"/>
          </p:cNvSpPr>
          <p:nvPr>
            <p:ph type="title"/>
          </p:nvPr>
        </p:nvSpPr>
        <p:spPr>
          <a:xfrm>
            <a:off x="194411" y="2707900"/>
            <a:ext cx="4983827" cy="1561500"/>
          </a:xfrm>
          <a:prstGeom prst="rect">
            <a:avLst/>
          </a:prstGeom>
        </p:spPr>
        <p:txBody>
          <a:bodyPr spcFirstLastPara="1" wrap="square" lIns="91425" tIns="91425" rIns="91425" bIns="91425" anchor="ctr" anchorCtr="0">
            <a:noAutofit/>
          </a:bodyPr>
          <a:lstStyle/>
          <a:p>
            <a:pPr lvl="0"/>
            <a:r>
              <a:rPr lang="en-US" sz="2400" dirty="0">
                <a:solidFill>
                  <a:srgbClr val="256671"/>
                </a:solidFill>
                <a:latin typeface="Garamond" panose="02020404030301010803" pitchFamily="18" charset="0"/>
              </a:rPr>
              <a:t>Common Communication Strategy</a:t>
            </a:r>
            <a:endParaRPr sz="2400" dirty="0">
              <a:solidFill>
                <a:srgbClr val="256671"/>
              </a:solidFill>
              <a:latin typeface="Garamond" panose="02020404030301010803" pitchFamily="18" charset="0"/>
            </a:endParaRPr>
          </a:p>
        </p:txBody>
      </p:sp>
      <p:sp>
        <p:nvSpPr>
          <p:cNvPr id="415" name="Google Shape;415;p39">
            <a:extLst>
              <a:ext uri="{FF2B5EF4-FFF2-40B4-BE49-F238E27FC236}">
                <a16:creationId xmlns:a16="http://schemas.microsoft.com/office/drawing/2014/main" id="{8D67C679-5512-3FE8-055D-D710CDD2A680}"/>
              </a:ext>
            </a:extLst>
          </p:cNvPr>
          <p:cNvSpPr txBox="1">
            <a:spLocks noGrp="1"/>
          </p:cNvSpPr>
          <p:nvPr>
            <p:ph type="title" idx="2"/>
          </p:nvPr>
        </p:nvSpPr>
        <p:spPr>
          <a:xfrm>
            <a:off x="1819693" y="1866100"/>
            <a:ext cx="12087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bg1"/>
                </a:solidFill>
                <a:latin typeface="Garamond" panose="02020404030301010803" pitchFamily="18" charset="0"/>
              </a:rPr>
              <a:t>03</a:t>
            </a:r>
            <a:endParaRPr dirty="0">
              <a:solidFill>
                <a:schemeClr val="bg1"/>
              </a:solidFill>
              <a:latin typeface="Garamond" panose="02020404030301010803" pitchFamily="18" charset="0"/>
            </a:endParaRPr>
          </a:p>
        </p:txBody>
      </p:sp>
      <p:sp>
        <p:nvSpPr>
          <p:cNvPr id="417" name="Google Shape;417;p39">
            <a:extLst>
              <a:ext uri="{FF2B5EF4-FFF2-40B4-BE49-F238E27FC236}">
                <a16:creationId xmlns:a16="http://schemas.microsoft.com/office/drawing/2014/main" id="{74C531FE-E705-AA17-C4A1-31FE8CC9A15A}"/>
              </a:ext>
            </a:extLst>
          </p:cNvPr>
          <p:cNvSpPr/>
          <p:nvPr/>
        </p:nvSpPr>
        <p:spPr>
          <a:xfrm rot="5400000">
            <a:off x="8189803" y="2847550"/>
            <a:ext cx="2094600" cy="1815300"/>
          </a:xfrm>
          <a:prstGeom prst="hexagon">
            <a:avLst>
              <a:gd name="adj" fmla="val 25000"/>
              <a:gd name="vf" fmla="val 115470"/>
            </a:avLst>
          </a:prstGeom>
          <a:gradFill>
            <a:gsLst>
              <a:gs pos="0">
                <a:schemeClr val="accent1"/>
              </a:gs>
              <a:gs pos="100000">
                <a:schemeClr val="dk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8" name="Google Shape;418;p39">
            <a:extLst>
              <a:ext uri="{FF2B5EF4-FFF2-40B4-BE49-F238E27FC236}">
                <a16:creationId xmlns:a16="http://schemas.microsoft.com/office/drawing/2014/main" id="{EE457F63-DAA7-0521-948E-0479182C221E}"/>
              </a:ext>
            </a:extLst>
          </p:cNvPr>
          <p:cNvPicPr preferRelativeResize="0"/>
          <p:nvPr/>
        </p:nvPicPr>
        <p:blipFill>
          <a:blip r:embed="rId3">
            <a:alphaModFix/>
          </a:blip>
          <a:stretch>
            <a:fillRect/>
          </a:stretch>
        </p:blipFill>
        <p:spPr>
          <a:xfrm>
            <a:off x="5771687" y="741550"/>
            <a:ext cx="2438424" cy="3188024"/>
          </a:xfrm>
          <a:prstGeom prst="rect">
            <a:avLst/>
          </a:prstGeom>
          <a:noFill/>
          <a:ln>
            <a:noFill/>
          </a:ln>
        </p:spPr>
      </p:pic>
    </p:spTree>
    <p:extLst>
      <p:ext uri="{BB962C8B-B14F-4D97-AF65-F5344CB8AC3E}">
        <p14:creationId xmlns:p14="http://schemas.microsoft.com/office/powerpoint/2010/main" val="16159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1000"/>
                                        <p:tgtEl>
                                          <p:spTgt spid="414"/>
                                        </p:tgtEl>
                                      </p:cBhvr>
                                    </p:animEffect>
                                    <p:anim calcmode="lin" valueType="num">
                                      <p:cBhvr>
                                        <p:cTn id="8" dur="1000" fill="hold"/>
                                        <p:tgtEl>
                                          <p:spTgt spid="414"/>
                                        </p:tgtEl>
                                        <p:attrNameLst>
                                          <p:attrName>ppt_x</p:attrName>
                                        </p:attrNameLst>
                                      </p:cBhvr>
                                      <p:tavLst>
                                        <p:tav tm="0">
                                          <p:val>
                                            <p:strVal val="#ppt_x"/>
                                          </p:val>
                                        </p:tav>
                                        <p:tav tm="100000">
                                          <p:val>
                                            <p:strVal val="#ppt_x"/>
                                          </p:val>
                                        </p:tav>
                                      </p:tavLst>
                                    </p:anim>
                                    <p:anim calcmode="lin" valueType="num">
                                      <p:cBhvr>
                                        <p:cTn id="9" dur="1000" fill="hold"/>
                                        <p:tgtEl>
                                          <p:spTgt spid="4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5828437D-B2BB-4391-D868-1E185B92D837}"/>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6182A1FE-465D-2C50-4F58-3B1F4C112BEA}"/>
              </a:ext>
            </a:extLst>
          </p:cNvPr>
          <p:cNvSpPr txBox="1">
            <a:spLocks noGrp="1"/>
          </p:cNvSpPr>
          <p:nvPr>
            <p:ph type="title"/>
          </p:nvPr>
        </p:nvSpPr>
        <p:spPr>
          <a:xfrm>
            <a:off x="1297763" y="568895"/>
            <a:ext cx="6548474" cy="408535"/>
          </a:xfrm>
          <a:prstGeom prst="rect">
            <a:avLst/>
          </a:prstGeom>
        </p:spPr>
        <p:txBody>
          <a:bodyPr spcFirstLastPara="1" wrap="square" lIns="91425" tIns="91425" rIns="91425" bIns="91425" anchor="t" anchorCtr="0">
            <a:noAutofit/>
          </a:bodyPr>
          <a:lstStyle/>
          <a:p>
            <a:pPr lvl="0"/>
            <a:r>
              <a:rPr lang="en-US" sz="2000" dirty="0">
                <a:solidFill>
                  <a:srgbClr val="256671"/>
                </a:solidFill>
                <a:latin typeface="Garamond" panose="02020404030301010803" pitchFamily="18" charset="0"/>
              </a:rPr>
              <a:t>Common Communication Strategy: A Unified Approach</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7AD770FC-1AB1-1E83-7C2E-A4B41F3CD5AD}"/>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11B08CD7-F201-39C0-5ECD-F556C309BDBF}"/>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D88112FD-D136-95E2-2E79-EECB7289FCBE}"/>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D7D4B7B0-9707-45CE-1838-36DA83D212B3}"/>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F806CB92-54C6-27C6-661F-76F88978D614}"/>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FDDBC1F6-A309-1591-D0CB-35F10E5CCEEF}"/>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67FEBDD5-FEC4-38EF-8F95-6733562BC4FE}"/>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D18CED1F-54FB-7B2F-92AD-2300BD71E61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C9C8C9FF-C503-469D-AA8E-D4B6C8E6E16F}"/>
              </a:ext>
            </a:extLst>
          </p:cNvPr>
          <p:cNvSpPr txBox="1">
            <a:spLocks/>
          </p:cNvSpPr>
          <p:nvPr/>
        </p:nvSpPr>
        <p:spPr>
          <a:xfrm>
            <a:off x="794942" y="1061836"/>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Strategy:</a:t>
            </a:r>
          </a:p>
          <a:p>
            <a:pPr marL="0" indent="0" algn="l"/>
            <a:endParaRPr lang="en-US" dirty="0">
              <a:latin typeface="Garamond" panose="02020404030301010803" pitchFamily="18" charset="0"/>
            </a:endParaRPr>
          </a:p>
          <a:p>
            <a:pPr marL="133350" lvl="0" indent="0" algn="l">
              <a:buSzPts val="1500"/>
            </a:pPr>
            <a:r>
              <a:rPr lang="en-US" dirty="0">
                <a:latin typeface="Garamond" panose="02020404030301010803" pitchFamily="18" charset="0"/>
              </a:rPr>
              <a:t>Develop a unified, single campaign to be used for both internal and external audiences, creating a cohesive brand identity and a shared sense of purpose.</a:t>
            </a:r>
          </a:p>
          <a:p>
            <a:pPr marL="133350" lvl="0" indent="0" algn="l">
              <a:buSzPts val="1500"/>
            </a:pPr>
            <a:endParaRPr lang="en-US" dirty="0">
              <a:latin typeface="Garamond" panose="02020404030301010803" pitchFamily="18" charset="0"/>
            </a:endParaRPr>
          </a:p>
          <a:p>
            <a:pPr marL="133350" lvl="0" indent="0" algn="l">
              <a:buSzPts val="1500"/>
            </a:pPr>
            <a:r>
              <a:rPr lang="en-US" b="1" u="sng" dirty="0">
                <a:latin typeface="Garamond" panose="02020404030301010803" pitchFamily="18" charset="0"/>
              </a:rPr>
              <a:t>Rationale for Strategy:</a:t>
            </a:r>
          </a:p>
          <a:p>
            <a:pPr marL="139700" indent="0" algn="l">
              <a:spcBef>
                <a:spcPts val="1600"/>
              </a:spcBef>
            </a:pPr>
            <a:r>
              <a:rPr lang="en-US" dirty="0">
                <a:latin typeface="Garamond" panose="02020404030301010803" pitchFamily="18" charset="0"/>
              </a:rPr>
              <a:t>A common strategy reinforces the idea that the company's mission is central to its identity, not just a marketing effort. It shows that employees, customers, and investors are all part of the same mission to combat climate change and its impacts. This aligns with the core value of </a:t>
            </a:r>
            <a:r>
              <a:rPr lang="en-US" b="1" dirty="0">
                <a:latin typeface="Garamond" panose="02020404030301010803" pitchFamily="18" charset="0"/>
              </a:rPr>
              <a:t>Collaboration</a:t>
            </a:r>
            <a:r>
              <a:rPr lang="en-US" dirty="0">
                <a:latin typeface="Garamond" panose="02020404030301010803" pitchFamily="18" charset="0"/>
              </a:rPr>
              <a:t>.</a:t>
            </a:r>
          </a:p>
        </p:txBody>
      </p:sp>
    </p:spTree>
    <p:extLst>
      <p:ext uri="{BB962C8B-B14F-4D97-AF65-F5344CB8AC3E}">
        <p14:creationId xmlns:p14="http://schemas.microsoft.com/office/powerpoint/2010/main" val="300611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6DFDFBF5-E002-15C7-D3A4-DAECB47540AF}"/>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5E01B47B-7A8B-D262-6D46-2FAC352894BE}"/>
              </a:ext>
            </a:extLst>
          </p:cNvPr>
          <p:cNvSpPr txBox="1">
            <a:spLocks noGrp="1"/>
          </p:cNvSpPr>
          <p:nvPr>
            <p:ph type="title"/>
          </p:nvPr>
        </p:nvSpPr>
        <p:spPr>
          <a:xfrm>
            <a:off x="1798686" y="443098"/>
            <a:ext cx="5544730" cy="408535"/>
          </a:xfrm>
          <a:prstGeom prst="rect">
            <a:avLst/>
          </a:prstGeom>
        </p:spPr>
        <p:txBody>
          <a:bodyPr spcFirstLastPara="1" wrap="square" lIns="91425" tIns="91425" rIns="91425" bIns="91425" anchor="t" anchorCtr="0">
            <a:noAutofit/>
          </a:bodyPr>
          <a:lstStyle/>
          <a:p>
            <a:pPr lvl="0"/>
            <a:r>
              <a:rPr lang="en-US" sz="2000" dirty="0">
                <a:solidFill>
                  <a:srgbClr val="256671"/>
                </a:solidFill>
                <a:latin typeface="Garamond" panose="02020404030301010803" pitchFamily="18" charset="0"/>
              </a:rPr>
              <a:t>Strategy &amp; Rationale: Unifying our message</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1D82C337-868B-9B5F-36EC-222B3F2C4CF9}"/>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47F18A49-DA8F-E8F4-C0CE-A87CE46BDD30}"/>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67A5E708-E831-DA3C-9639-BDB5E05B64D3}"/>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B496A57C-6940-40BE-E5FF-67E871201C4E}"/>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0B970598-674A-22A2-4883-455415DF8DEB}"/>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366F214C-F916-AA54-0EFA-A890B1DEC2D9}"/>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37635767-2943-9875-707A-3107D19E0683}"/>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33ED39C7-919F-9163-1993-01109D0AF85C}"/>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83A89BDC-D719-D703-3371-3766B6040E7D}"/>
              </a:ext>
            </a:extLst>
          </p:cNvPr>
          <p:cNvSpPr txBox="1">
            <a:spLocks/>
          </p:cNvSpPr>
          <p:nvPr/>
        </p:nvSpPr>
        <p:spPr>
          <a:xfrm>
            <a:off x="794942" y="851633"/>
            <a:ext cx="7704000" cy="360606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Strategy:</a:t>
            </a:r>
            <a:endParaRPr lang="en-US" dirty="0">
              <a:latin typeface="Garamond" panose="02020404030301010803" pitchFamily="18" charset="0"/>
            </a:endParaRPr>
          </a:p>
          <a:p>
            <a:pPr lvl="0" indent="-323850" algn="l">
              <a:buSzPts val="1500"/>
              <a:buFont typeface="Hind"/>
              <a:buChar char="●"/>
            </a:pPr>
            <a:r>
              <a:rPr lang="en-US" b="1" dirty="0">
                <a:latin typeface="Garamond" panose="02020404030301010803" pitchFamily="18" charset="0"/>
              </a:rPr>
              <a:t>"Solar for Climate" Campaign</a:t>
            </a:r>
            <a:r>
              <a:rPr lang="en-US" dirty="0">
                <a:latin typeface="Garamond" panose="02020404030301010803" pitchFamily="18" charset="0"/>
              </a:rPr>
              <a:t>: A unified campaign with a consistent message promoted across both internal and external channels. The campaign will use a cohesive visual identity and key messages focusing on the direct link between solar power and climate action.</a:t>
            </a:r>
          </a:p>
          <a:p>
            <a:pPr lvl="0" indent="-323850" algn="l">
              <a:buSzPts val="1500"/>
              <a:buFont typeface="Hind"/>
              <a:buChar char="●"/>
            </a:pPr>
            <a:r>
              <a:rPr lang="en-US" b="1" dirty="0">
                <a:latin typeface="Garamond" panose="02020404030301010803" pitchFamily="18" charset="0"/>
              </a:rPr>
              <a:t>Joint Recognition Event</a:t>
            </a:r>
            <a:r>
              <a:rPr lang="en-US" dirty="0">
                <a:latin typeface="Garamond" panose="02020404030301010803" pitchFamily="18" charset="0"/>
              </a:rPr>
              <a:t>: Host an annual event that brings together employees, investors, and community partners to celebrate achievements in climate action.</a:t>
            </a:r>
          </a:p>
          <a:p>
            <a:pPr lvl="0" indent="-323850" algn="l">
              <a:buSzPts val="1500"/>
              <a:buFont typeface="Hind"/>
              <a:buChar char="●"/>
            </a:pPr>
            <a:r>
              <a:rPr lang="en-US" b="1" dirty="0">
                <a:latin typeface="Garamond" panose="02020404030301010803" pitchFamily="18" charset="0"/>
              </a:rPr>
              <a:t>Storytelling Initiative</a:t>
            </a:r>
            <a:r>
              <a:rPr lang="en-US" dirty="0">
                <a:latin typeface="Garamond" panose="02020404030301010803" pitchFamily="18" charset="0"/>
              </a:rPr>
              <a:t>: Collect and share stories from employees and customers about how SolNova's work is positively impacting their lives and the environment.</a:t>
            </a:r>
          </a:p>
          <a:p>
            <a:pPr marL="133350" lvl="0" indent="0" algn="l">
              <a:buSzPts val="1500"/>
            </a:pPr>
            <a:endParaRPr lang="en-US" dirty="0">
              <a:latin typeface="Garamond" panose="02020404030301010803" pitchFamily="18" charset="0"/>
            </a:endParaRPr>
          </a:p>
          <a:p>
            <a:pPr marL="133350" lvl="0" indent="0" algn="l">
              <a:buSzPts val="1500"/>
            </a:pPr>
            <a:r>
              <a:rPr lang="en-US" b="1" u="sng" dirty="0">
                <a:latin typeface="Garamond" panose="02020404030301010803" pitchFamily="18" charset="0"/>
              </a:rPr>
              <a:t>Rationale for Strategy:</a:t>
            </a:r>
          </a:p>
          <a:p>
            <a:pPr lvl="0" indent="-323850" algn="l">
              <a:buSzPts val="1500"/>
              <a:buFont typeface="Hind"/>
              <a:buChar char="●"/>
            </a:pPr>
            <a:r>
              <a:rPr lang="en-US" b="1" dirty="0">
                <a:latin typeface="Garamond" panose="02020404030301010803" pitchFamily="18" charset="0"/>
              </a:rPr>
              <a:t>Rationale for "Solar for Climate" Campaign</a:t>
            </a:r>
            <a:r>
              <a:rPr lang="en-US" dirty="0">
                <a:latin typeface="Garamond" panose="02020404030301010803" pitchFamily="18" charset="0"/>
              </a:rPr>
              <a:t>: A consistent brand message builds credibility and reinforces the company's commitment to SDG 13 for all stakeholders.</a:t>
            </a:r>
          </a:p>
          <a:p>
            <a:pPr lvl="0" indent="-323850" algn="l">
              <a:buSzPts val="1500"/>
              <a:buFont typeface="Hind"/>
              <a:buChar char="●"/>
            </a:pPr>
            <a:r>
              <a:rPr lang="en-US" b="1" dirty="0">
                <a:latin typeface="Garamond" panose="02020404030301010803" pitchFamily="18" charset="0"/>
              </a:rPr>
              <a:t>Rationale for Joint Recognition Event</a:t>
            </a:r>
            <a:r>
              <a:rPr lang="en-US" dirty="0">
                <a:latin typeface="Garamond" panose="02020404030301010803" pitchFamily="18" charset="0"/>
              </a:rPr>
              <a:t>: This fosters a sense of community and shared purpose, aligning with our value of Collaboration.</a:t>
            </a:r>
          </a:p>
          <a:p>
            <a:pPr lvl="0" indent="-323850" algn="l">
              <a:buSzPts val="1500"/>
              <a:buFont typeface="Hind"/>
              <a:buChar char="●"/>
            </a:pPr>
            <a:r>
              <a:rPr lang="en-US" b="1" dirty="0">
                <a:latin typeface="Garamond" panose="02020404030301010803" pitchFamily="18" charset="0"/>
              </a:rPr>
              <a:t>Rationale for Storytelling Initiative</a:t>
            </a:r>
            <a:r>
              <a:rPr lang="en-US" dirty="0">
                <a:latin typeface="Garamond" panose="02020404030301010803" pitchFamily="18" charset="0"/>
              </a:rPr>
              <a:t>: Humanizing the company's work through personal narratives connects with both audiences and makes climate action relatable.</a:t>
            </a:r>
          </a:p>
          <a:p>
            <a:pPr marL="133350" lvl="0" indent="0" algn="l">
              <a:buSzPts val="1500"/>
            </a:pPr>
            <a:endParaRPr lang="en-US" b="1" u="sng" dirty="0">
              <a:latin typeface="Garamond" panose="02020404030301010803" pitchFamily="18" charset="0"/>
            </a:endParaRPr>
          </a:p>
        </p:txBody>
      </p:sp>
    </p:spTree>
    <p:extLst>
      <p:ext uri="{BB962C8B-B14F-4D97-AF65-F5344CB8AC3E}">
        <p14:creationId xmlns:p14="http://schemas.microsoft.com/office/powerpoint/2010/main" val="2607400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E49E17FC-0120-BCCF-E032-A0D0CBD771D2}"/>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C49E12B4-0EB7-C93F-1931-2DC8C62F30C3}"/>
              </a:ext>
            </a:extLst>
          </p:cNvPr>
          <p:cNvSpPr txBox="1">
            <a:spLocks noGrp="1"/>
          </p:cNvSpPr>
          <p:nvPr>
            <p:ph type="title"/>
          </p:nvPr>
        </p:nvSpPr>
        <p:spPr>
          <a:xfrm>
            <a:off x="1313663" y="474206"/>
            <a:ext cx="6516673" cy="483320"/>
          </a:xfrm>
          <a:prstGeom prst="rect">
            <a:avLst/>
          </a:prstGeom>
        </p:spPr>
        <p:txBody>
          <a:bodyPr spcFirstLastPara="1" wrap="square" lIns="91425" tIns="91425" rIns="91425" bIns="91425" anchor="t" anchorCtr="0">
            <a:noAutofit/>
          </a:bodyPr>
          <a:lstStyle/>
          <a:p>
            <a:pPr lvl="0"/>
            <a:r>
              <a:rPr lang="en-US" sz="2000" dirty="0">
                <a:solidFill>
                  <a:srgbClr val="256671"/>
                </a:solidFill>
                <a:latin typeface="Garamond" panose="02020404030301010803" pitchFamily="18" charset="0"/>
              </a:rPr>
              <a:t>Prototype: "Solar for Climate" Campaign Visual</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413C830A-7E87-0468-4C0E-F5B04D360D2F}"/>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F6F0099E-9612-60D8-6E26-E135FB0DD638}"/>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1D32DCE5-942F-77F4-0511-C46DE1C51779}"/>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69CD56BF-5B6D-F253-ADB2-AD6C89426FB4}"/>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0823AB1A-DB7E-A34C-E24A-4D1AE25B4F14}"/>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E86990B4-2577-8C9C-B999-70F18CDB2DC4}"/>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A1587D34-F1C5-23C0-3E92-D45D1B34F883}"/>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7C206087-9903-740B-44F7-B2969274992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210194B8-2F44-F0FB-E1A2-2E1E489E02F6}"/>
              </a:ext>
            </a:extLst>
          </p:cNvPr>
          <p:cNvSpPr txBox="1">
            <a:spLocks/>
          </p:cNvSpPr>
          <p:nvPr/>
        </p:nvSpPr>
        <p:spPr>
          <a:xfrm>
            <a:off x="794942" y="1140511"/>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Description:</a:t>
            </a:r>
          </a:p>
          <a:p>
            <a:pPr marL="133350" lvl="0" indent="0" algn="l">
              <a:buSzPts val="1500"/>
            </a:pPr>
            <a:endParaRPr lang="en-US" dirty="0">
              <a:latin typeface="Garamond" panose="02020404030301010803" pitchFamily="18" charset="0"/>
            </a:endParaRPr>
          </a:p>
          <a:p>
            <a:pPr marL="133350" indent="0" algn="l">
              <a:buSzPts val="1500"/>
            </a:pPr>
            <a:r>
              <a:rPr lang="en-US" dirty="0">
                <a:latin typeface="Garamond" panose="02020404030301010803" pitchFamily="18" charset="0"/>
              </a:rPr>
              <a:t>A visual representation of the mobile app's main screen, designed to be user-friendly and informative.</a:t>
            </a:r>
          </a:p>
          <a:p>
            <a:pPr marL="133350" lvl="0" indent="0" algn="l">
              <a:buSzPts val="1500"/>
            </a:pPr>
            <a:endParaRPr lang="en-US" b="1" u="sng" dirty="0">
              <a:latin typeface="Garamond" panose="02020404030301010803" pitchFamily="18" charset="0"/>
            </a:endParaRPr>
          </a:p>
          <a:p>
            <a:pPr marL="133350" lvl="0" indent="0" algn="l">
              <a:buSzPts val="1500"/>
            </a:pPr>
            <a:r>
              <a:rPr lang="en-US" b="1" u="sng" dirty="0">
                <a:latin typeface="Garamond" panose="02020404030301010803" pitchFamily="18" charset="0"/>
              </a:rPr>
              <a:t>Prototype design:</a:t>
            </a:r>
          </a:p>
          <a:p>
            <a:pPr marL="133350" lvl="0" indent="0" algn="l">
              <a:buSzPts val="1500"/>
            </a:pPr>
            <a:endParaRPr lang="en-US" b="1" u="sng" dirty="0">
              <a:latin typeface="Garamond" panose="02020404030301010803" pitchFamily="18" charset="0"/>
            </a:endParaRPr>
          </a:p>
          <a:p>
            <a:pPr marL="419100" indent="-285750" algn="l">
              <a:buSzPts val="1500"/>
              <a:buFont typeface="Arial" panose="020B0604020202020204" pitchFamily="34" charset="0"/>
              <a:buChar char="•"/>
            </a:pPr>
            <a:r>
              <a:rPr lang="en-US" b="1" dirty="0">
                <a:latin typeface="Garamond" panose="02020404030301010803" pitchFamily="18" charset="0"/>
              </a:rPr>
              <a:t>Image</a:t>
            </a:r>
            <a:r>
              <a:rPr lang="en-US" dirty="0">
                <a:latin typeface="Garamond" panose="02020404030301010803" pitchFamily="18" charset="0"/>
              </a:rPr>
              <a:t>: A poster with the </a:t>
            </a:r>
            <a:r>
              <a:rPr lang="en-US" dirty="0" err="1">
                <a:latin typeface="Garamond" panose="02020404030301010803" pitchFamily="18" charset="0"/>
              </a:rPr>
              <a:t>SolNova</a:t>
            </a:r>
            <a:r>
              <a:rPr lang="en-US" dirty="0">
                <a:latin typeface="Garamond" panose="02020404030301010803" pitchFamily="18" charset="0"/>
              </a:rPr>
              <a:t> logo at the top and a large, inspiring photo of a family using a rooftop solar panel, or a rural microgrid installation.</a:t>
            </a:r>
          </a:p>
          <a:p>
            <a:pPr marL="419100" indent="-285750" algn="l">
              <a:buSzPts val="1500"/>
              <a:buFont typeface="Arial" panose="020B0604020202020204" pitchFamily="34" charset="0"/>
              <a:buChar char="•"/>
            </a:pPr>
            <a:r>
              <a:rPr lang="en-US" b="1" dirty="0">
                <a:latin typeface="Garamond" panose="02020404030301010803" pitchFamily="18" charset="0"/>
              </a:rPr>
              <a:t>Tagline</a:t>
            </a:r>
            <a:r>
              <a:rPr lang="en-US" dirty="0">
                <a:latin typeface="Garamond" panose="02020404030301010803" pitchFamily="18" charset="0"/>
              </a:rPr>
              <a:t>: "Powering a Greener Tomorrow, Together."</a:t>
            </a:r>
          </a:p>
          <a:p>
            <a:pPr marL="419100" indent="-285750" algn="l">
              <a:buSzPts val="1500"/>
              <a:buFont typeface="Arial" panose="020B0604020202020204" pitchFamily="34" charset="0"/>
              <a:buChar char="•"/>
            </a:pPr>
            <a:r>
              <a:rPr lang="en-US" b="1" dirty="0">
                <a:latin typeface="Garamond" panose="02020404030301010803" pitchFamily="18" charset="0"/>
              </a:rPr>
              <a:t>Key message</a:t>
            </a:r>
            <a:r>
              <a:rPr lang="en-US" dirty="0">
                <a:latin typeface="Garamond" panose="02020404030301010803" pitchFamily="18" charset="0"/>
              </a:rPr>
              <a:t>: "Every solar panel installed is a step towards a carbon-neutral world. Let's take urgent action on climate change."</a:t>
            </a:r>
          </a:p>
          <a:p>
            <a:pPr marL="139700" indent="0" algn="l">
              <a:spcBef>
                <a:spcPts val="1600"/>
              </a:spcBef>
            </a:pPr>
            <a:endParaRPr lang="en-US" dirty="0">
              <a:latin typeface="Garamond" panose="02020404030301010803" pitchFamily="18" charset="0"/>
            </a:endParaRPr>
          </a:p>
        </p:txBody>
      </p:sp>
    </p:spTree>
    <p:extLst>
      <p:ext uri="{BB962C8B-B14F-4D97-AF65-F5344CB8AC3E}">
        <p14:creationId xmlns:p14="http://schemas.microsoft.com/office/powerpoint/2010/main" val="171763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2">
          <a:extLst>
            <a:ext uri="{FF2B5EF4-FFF2-40B4-BE49-F238E27FC236}">
              <a16:creationId xmlns:a16="http://schemas.microsoft.com/office/drawing/2014/main" id="{778E0A97-3629-06D6-25DA-FE78580A4428}"/>
            </a:ext>
          </a:extLst>
        </p:cNvPr>
        <p:cNvGrpSpPr/>
        <p:nvPr/>
      </p:nvGrpSpPr>
      <p:grpSpPr>
        <a:xfrm>
          <a:off x="0" y="0"/>
          <a:ext cx="0" cy="0"/>
          <a:chOff x="0" y="0"/>
          <a:chExt cx="0" cy="0"/>
        </a:xfrm>
      </p:grpSpPr>
      <p:sp>
        <p:nvSpPr>
          <p:cNvPr id="423" name="Google Shape;423;p40">
            <a:extLst>
              <a:ext uri="{FF2B5EF4-FFF2-40B4-BE49-F238E27FC236}">
                <a16:creationId xmlns:a16="http://schemas.microsoft.com/office/drawing/2014/main" id="{0150DBBE-4F4D-2D36-BB65-0D6913AA2CAD}"/>
              </a:ext>
            </a:extLst>
          </p:cNvPr>
          <p:cNvSpPr txBox="1">
            <a:spLocks noGrp="1"/>
          </p:cNvSpPr>
          <p:nvPr>
            <p:ph type="title"/>
          </p:nvPr>
        </p:nvSpPr>
        <p:spPr>
          <a:xfrm>
            <a:off x="2534869" y="317798"/>
            <a:ext cx="4074262" cy="483320"/>
          </a:xfrm>
          <a:prstGeom prst="rect">
            <a:avLst/>
          </a:prstGeom>
        </p:spPr>
        <p:txBody>
          <a:bodyPr spcFirstLastPara="1" wrap="square" lIns="91425" tIns="91425" rIns="91425" bIns="91425" anchor="t" anchorCtr="0">
            <a:noAutofit/>
          </a:bodyPr>
          <a:lstStyle/>
          <a:p>
            <a:pPr lvl="0"/>
            <a:r>
              <a:rPr lang="en-IN" sz="2000" dirty="0">
                <a:solidFill>
                  <a:srgbClr val="256671"/>
                </a:solidFill>
                <a:latin typeface="Garamond" panose="02020404030301010803" pitchFamily="18" charset="0"/>
              </a:rPr>
              <a:t>External Communication Channels</a:t>
            </a:r>
            <a:endParaRPr sz="2000" dirty="0">
              <a:solidFill>
                <a:srgbClr val="256671"/>
              </a:solidFill>
              <a:latin typeface="Garamond" panose="02020404030301010803" pitchFamily="18" charset="0"/>
            </a:endParaRPr>
          </a:p>
        </p:txBody>
      </p:sp>
      <p:grpSp>
        <p:nvGrpSpPr>
          <p:cNvPr id="446" name="Google Shape;446;p40">
            <a:extLst>
              <a:ext uri="{FF2B5EF4-FFF2-40B4-BE49-F238E27FC236}">
                <a16:creationId xmlns:a16="http://schemas.microsoft.com/office/drawing/2014/main" id="{A7D9A2B7-5A00-D414-D7B8-D9B6E643BC3A}"/>
              </a:ext>
            </a:extLst>
          </p:cNvPr>
          <p:cNvGrpSpPr/>
          <p:nvPr/>
        </p:nvGrpSpPr>
        <p:grpSpPr>
          <a:xfrm>
            <a:off x="6894188" y="3312768"/>
            <a:ext cx="449229" cy="449767"/>
            <a:chOff x="1767241" y="1347820"/>
            <a:chExt cx="505889" cy="506495"/>
          </a:xfrm>
        </p:grpSpPr>
        <p:sp>
          <p:nvSpPr>
            <p:cNvPr id="447" name="Google Shape;447;p40">
              <a:extLst>
                <a:ext uri="{FF2B5EF4-FFF2-40B4-BE49-F238E27FC236}">
                  <a16:creationId xmlns:a16="http://schemas.microsoft.com/office/drawing/2014/main" id="{9661F080-E42E-1622-6DD5-F5A3B7E1D4F3}"/>
                </a:ext>
              </a:extLst>
            </p:cNvPr>
            <p:cNvSpPr/>
            <p:nvPr/>
          </p:nvSpPr>
          <p:spPr>
            <a:xfrm>
              <a:off x="2057499" y="1443927"/>
              <a:ext cx="215630" cy="410388"/>
            </a:xfrm>
            <a:custGeom>
              <a:avLst/>
              <a:gdLst/>
              <a:ahLst/>
              <a:cxnLst/>
              <a:rect l="l" t="t" r="r" b="b"/>
              <a:pathLst>
                <a:path w="6343" h="12072" extrusionOk="0">
                  <a:moveTo>
                    <a:pt x="5708" y="1"/>
                  </a:moveTo>
                  <a:cubicBezTo>
                    <a:pt x="5703" y="1"/>
                    <a:pt x="5697" y="1"/>
                    <a:pt x="5692" y="1"/>
                  </a:cubicBezTo>
                  <a:cubicBezTo>
                    <a:pt x="5353" y="10"/>
                    <a:pt x="5085" y="304"/>
                    <a:pt x="5085" y="643"/>
                  </a:cubicBezTo>
                  <a:lnTo>
                    <a:pt x="5085" y="5238"/>
                  </a:lnTo>
                  <a:cubicBezTo>
                    <a:pt x="5085" y="5702"/>
                    <a:pt x="4586" y="6237"/>
                    <a:pt x="4238" y="6585"/>
                  </a:cubicBezTo>
                  <a:lnTo>
                    <a:pt x="3078" y="7745"/>
                  </a:lnTo>
                  <a:cubicBezTo>
                    <a:pt x="2993" y="7829"/>
                    <a:pt x="2882" y="7872"/>
                    <a:pt x="2770" y="7872"/>
                  </a:cubicBezTo>
                  <a:cubicBezTo>
                    <a:pt x="2659" y="7872"/>
                    <a:pt x="2547" y="7829"/>
                    <a:pt x="2462" y="7745"/>
                  </a:cubicBezTo>
                  <a:cubicBezTo>
                    <a:pt x="2293" y="7575"/>
                    <a:pt x="2293" y="7299"/>
                    <a:pt x="2462" y="7129"/>
                  </a:cubicBezTo>
                  <a:lnTo>
                    <a:pt x="3622" y="5969"/>
                  </a:lnTo>
                  <a:cubicBezTo>
                    <a:pt x="3979" y="5612"/>
                    <a:pt x="3979" y="5024"/>
                    <a:pt x="3622" y="4667"/>
                  </a:cubicBezTo>
                  <a:cubicBezTo>
                    <a:pt x="3573" y="4618"/>
                    <a:pt x="3508" y="4593"/>
                    <a:pt x="3444" y="4593"/>
                  </a:cubicBezTo>
                  <a:cubicBezTo>
                    <a:pt x="3379" y="4593"/>
                    <a:pt x="3314" y="4618"/>
                    <a:pt x="3265" y="4667"/>
                  </a:cubicBezTo>
                  <a:cubicBezTo>
                    <a:pt x="2667" y="5256"/>
                    <a:pt x="767" y="7156"/>
                    <a:pt x="767" y="7156"/>
                  </a:cubicBezTo>
                  <a:cubicBezTo>
                    <a:pt x="277" y="7646"/>
                    <a:pt x="0" y="8315"/>
                    <a:pt x="0" y="9011"/>
                  </a:cubicBezTo>
                  <a:lnTo>
                    <a:pt x="0" y="12071"/>
                  </a:lnTo>
                  <a:lnTo>
                    <a:pt x="2650" y="12071"/>
                  </a:lnTo>
                  <a:lnTo>
                    <a:pt x="2650" y="10501"/>
                  </a:lnTo>
                  <a:lnTo>
                    <a:pt x="5772" y="7316"/>
                  </a:lnTo>
                  <a:cubicBezTo>
                    <a:pt x="6120" y="6968"/>
                    <a:pt x="6316" y="6513"/>
                    <a:pt x="6334" y="6023"/>
                  </a:cubicBezTo>
                  <a:lnTo>
                    <a:pt x="6343" y="6023"/>
                  </a:lnTo>
                  <a:lnTo>
                    <a:pt x="6343" y="626"/>
                  </a:lnTo>
                  <a:cubicBezTo>
                    <a:pt x="6343" y="283"/>
                    <a:pt x="6057" y="1"/>
                    <a:pt x="57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7576188B-8815-8E26-838E-F179677E8ABA}"/>
                </a:ext>
              </a:extLst>
            </p:cNvPr>
            <p:cNvSpPr/>
            <p:nvPr/>
          </p:nvSpPr>
          <p:spPr>
            <a:xfrm>
              <a:off x="1767241" y="1443825"/>
              <a:ext cx="216276" cy="410490"/>
            </a:xfrm>
            <a:custGeom>
              <a:avLst/>
              <a:gdLst/>
              <a:ahLst/>
              <a:cxnLst/>
              <a:rect l="l" t="t" r="r" b="b"/>
              <a:pathLst>
                <a:path w="6362" h="12075" extrusionOk="0">
                  <a:moveTo>
                    <a:pt x="634" y="1"/>
                  </a:moveTo>
                  <a:cubicBezTo>
                    <a:pt x="281" y="1"/>
                    <a:pt x="1" y="282"/>
                    <a:pt x="1" y="638"/>
                  </a:cubicBezTo>
                  <a:lnTo>
                    <a:pt x="1" y="6026"/>
                  </a:lnTo>
                  <a:cubicBezTo>
                    <a:pt x="19" y="6516"/>
                    <a:pt x="215" y="6971"/>
                    <a:pt x="563" y="7319"/>
                  </a:cubicBezTo>
                  <a:lnTo>
                    <a:pt x="3685" y="10504"/>
                  </a:lnTo>
                  <a:lnTo>
                    <a:pt x="3685" y="12074"/>
                  </a:lnTo>
                  <a:lnTo>
                    <a:pt x="6361" y="12074"/>
                  </a:lnTo>
                  <a:lnTo>
                    <a:pt x="6361" y="9014"/>
                  </a:lnTo>
                  <a:cubicBezTo>
                    <a:pt x="6361" y="8318"/>
                    <a:pt x="6085" y="7649"/>
                    <a:pt x="5594" y="7159"/>
                  </a:cubicBezTo>
                  <a:cubicBezTo>
                    <a:pt x="5594" y="7159"/>
                    <a:pt x="3694" y="5259"/>
                    <a:pt x="3096" y="4670"/>
                  </a:cubicBezTo>
                  <a:cubicBezTo>
                    <a:pt x="3047" y="4621"/>
                    <a:pt x="2985" y="4596"/>
                    <a:pt x="2922" y="4596"/>
                  </a:cubicBezTo>
                  <a:cubicBezTo>
                    <a:pt x="2860" y="4596"/>
                    <a:pt x="2797" y="4621"/>
                    <a:pt x="2748" y="4670"/>
                  </a:cubicBezTo>
                  <a:cubicBezTo>
                    <a:pt x="2391" y="5027"/>
                    <a:pt x="2391" y="5615"/>
                    <a:pt x="2748" y="5972"/>
                  </a:cubicBezTo>
                  <a:lnTo>
                    <a:pt x="3899" y="7132"/>
                  </a:lnTo>
                  <a:cubicBezTo>
                    <a:pt x="4069" y="7302"/>
                    <a:pt x="4069" y="7578"/>
                    <a:pt x="3899" y="7748"/>
                  </a:cubicBezTo>
                  <a:cubicBezTo>
                    <a:pt x="3814" y="7832"/>
                    <a:pt x="3703" y="7875"/>
                    <a:pt x="3591" y="7875"/>
                  </a:cubicBezTo>
                  <a:cubicBezTo>
                    <a:pt x="3480" y="7875"/>
                    <a:pt x="3368" y="7832"/>
                    <a:pt x="3284" y="7748"/>
                  </a:cubicBezTo>
                  <a:lnTo>
                    <a:pt x="2133" y="6588"/>
                  </a:lnTo>
                  <a:cubicBezTo>
                    <a:pt x="1776" y="6240"/>
                    <a:pt x="1276" y="5705"/>
                    <a:pt x="1276" y="5241"/>
                  </a:cubicBezTo>
                  <a:lnTo>
                    <a:pt x="1276" y="646"/>
                  </a:lnTo>
                  <a:cubicBezTo>
                    <a:pt x="1276" y="352"/>
                    <a:pt x="1080" y="93"/>
                    <a:pt x="804" y="22"/>
                  </a:cubicBezTo>
                  <a:cubicBezTo>
                    <a:pt x="746" y="8"/>
                    <a:pt x="689" y="1"/>
                    <a:pt x="6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0">
              <a:extLst>
                <a:ext uri="{FF2B5EF4-FFF2-40B4-BE49-F238E27FC236}">
                  <a16:creationId xmlns:a16="http://schemas.microsoft.com/office/drawing/2014/main" id="{B5E2B101-2E17-71F6-98FD-FD1A91B36928}"/>
                </a:ext>
              </a:extLst>
            </p:cNvPr>
            <p:cNvSpPr/>
            <p:nvPr/>
          </p:nvSpPr>
          <p:spPr>
            <a:xfrm>
              <a:off x="2068106" y="1510355"/>
              <a:ext cx="93146" cy="43412"/>
            </a:xfrm>
            <a:custGeom>
              <a:avLst/>
              <a:gdLst/>
              <a:ahLst/>
              <a:cxnLst/>
              <a:rect l="l" t="t" r="r" b="b"/>
              <a:pathLst>
                <a:path w="2740" h="1277" extrusionOk="0">
                  <a:moveTo>
                    <a:pt x="652" y="1"/>
                  </a:moveTo>
                  <a:cubicBezTo>
                    <a:pt x="286" y="1"/>
                    <a:pt x="0" y="295"/>
                    <a:pt x="9" y="661"/>
                  </a:cubicBezTo>
                  <a:cubicBezTo>
                    <a:pt x="18" y="1009"/>
                    <a:pt x="321" y="1277"/>
                    <a:pt x="660" y="1277"/>
                  </a:cubicBezTo>
                  <a:lnTo>
                    <a:pt x="2347" y="1277"/>
                  </a:lnTo>
                  <a:cubicBezTo>
                    <a:pt x="2543" y="884"/>
                    <a:pt x="2677" y="456"/>
                    <a:pt x="27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0">
              <a:extLst>
                <a:ext uri="{FF2B5EF4-FFF2-40B4-BE49-F238E27FC236}">
                  <a16:creationId xmlns:a16="http://schemas.microsoft.com/office/drawing/2014/main" id="{27088722-D9E9-56A6-CF46-47A6DE4ACFB6}"/>
                </a:ext>
              </a:extLst>
            </p:cNvPr>
            <p:cNvSpPr/>
            <p:nvPr/>
          </p:nvSpPr>
          <p:spPr>
            <a:xfrm>
              <a:off x="1878544" y="1347820"/>
              <a:ext cx="284198" cy="285388"/>
            </a:xfrm>
            <a:custGeom>
              <a:avLst/>
              <a:gdLst/>
              <a:ahLst/>
              <a:cxnLst/>
              <a:rect l="l" t="t" r="r" b="b"/>
              <a:pathLst>
                <a:path w="8360" h="8395" extrusionOk="0">
                  <a:moveTo>
                    <a:pt x="4167" y="0"/>
                  </a:moveTo>
                  <a:cubicBezTo>
                    <a:pt x="2775" y="0"/>
                    <a:pt x="1535" y="678"/>
                    <a:pt x="768" y="1731"/>
                  </a:cubicBezTo>
                  <a:lnTo>
                    <a:pt x="2525" y="1731"/>
                  </a:lnTo>
                  <a:cubicBezTo>
                    <a:pt x="3355" y="1731"/>
                    <a:pt x="4051" y="2382"/>
                    <a:pt x="4069" y="3212"/>
                  </a:cubicBezTo>
                  <a:cubicBezTo>
                    <a:pt x="4078" y="4059"/>
                    <a:pt x="3400" y="4755"/>
                    <a:pt x="2552" y="4755"/>
                  </a:cubicBezTo>
                  <a:lnTo>
                    <a:pt x="1" y="4755"/>
                  </a:lnTo>
                  <a:cubicBezTo>
                    <a:pt x="277" y="6807"/>
                    <a:pt x="2035" y="8395"/>
                    <a:pt x="4167" y="8395"/>
                  </a:cubicBezTo>
                  <a:cubicBezTo>
                    <a:pt x="5443" y="8395"/>
                    <a:pt x="6584" y="7824"/>
                    <a:pt x="7361" y="6932"/>
                  </a:cubicBezTo>
                  <a:lnTo>
                    <a:pt x="6219" y="6932"/>
                  </a:lnTo>
                  <a:cubicBezTo>
                    <a:pt x="5371" y="6932"/>
                    <a:pt x="4693" y="6236"/>
                    <a:pt x="4702" y="5388"/>
                  </a:cubicBezTo>
                  <a:cubicBezTo>
                    <a:pt x="4720" y="4568"/>
                    <a:pt x="5416" y="3908"/>
                    <a:pt x="6245" y="3908"/>
                  </a:cubicBezTo>
                  <a:lnTo>
                    <a:pt x="8360" y="3908"/>
                  </a:lnTo>
                  <a:cubicBezTo>
                    <a:pt x="8208" y="1722"/>
                    <a:pt x="6388" y="0"/>
                    <a:pt x="41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A486AF43-DC5C-1726-5932-897BFC0E1C65}"/>
                </a:ext>
              </a:extLst>
            </p:cNvPr>
            <p:cNvSpPr/>
            <p:nvPr/>
          </p:nvSpPr>
          <p:spPr>
            <a:xfrm>
              <a:off x="1878238" y="1436380"/>
              <a:ext cx="108920" cy="43378"/>
            </a:xfrm>
            <a:custGeom>
              <a:avLst/>
              <a:gdLst/>
              <a:ahLst/>
              <a:cxnLst/>
              <a:rect l="l" t="t" r="r" b="b"/>
              <a:pathLst>
                <a:path w="3204" h="1276" extrusionOk="0">
                  <a:moveTo>
                    <a:pt x="304" y="0"/>
                  </a:moveTo>
                  <a:cubicBezTo>
                    <a:pt x="143" y="393"/>
                    <a:pt x="36" y="821"/>
                    <a:pt x="1" y="1276"/>
                  </a:cubicBezTo>
                  <a:lnTo>
                    <a:pt x="2552" y="1276"/>
                  </a:lnTo>
                  <a:cubicBezTo>
                    <a:pt x="2909" y="1276"/>
                    <a:pt x="3203" y="972"/>
                    <a:pt x="3194" y="616"/>
                  </a:cubicBezTo>
                  <a:cubicBezTo>
                    <a:pt x="3177" y="268"/>
                    <a:pt x="2882" y="0"/>
                    <a:pt x="25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 name="Picture 14" descr="A blue shield with a book and sun&#10;&#10;AI-generated content may be incorrect.">
            <a:extLst>
              <a:ext uri="{FF2B5EF4-FFF2-40B4-BE49-F238E27FC236}">
                <a16:creationId xmlns:a16="http://schemas.microsoft.com/office/drawing/2014/main" id="{06E7E32A-5863-DCB0-EAB9-6D23FA4F501F}"/>
              </a:ext>
            </a:extLst>
          </p:cNvPr>
          <p:cNvPicPr>
            <a:picLocks noChangeAspect="1"/>
          </p:cNvPicPr>
          <p:nvPr/>
        </p:nvPicPr>
        <p:blipFill>
          <a:blip r:embed="rId3"/>
          <a:stretch>
            <a:fillRect/>
          </a:stretch>
        </p:blipFill>
        <p:spPr>
          <a:xfrm>
            <a:off x="8006576" y="1"/>
            <a:ext cx="1137423" cy="851632"/>
          </a:xfrm>
          <a:prstGeom prst="rect">
            <a:avLst/>
          </a:prstGeom>
        </p:spPr>
      </p:pic>
      <p:pic>
        <p:nvPicPr>
          <p:cNvPr id="17" name="Picture 16" descr="A logo with a sun and a crown&#10;&#10;AI-generated content may be incorrect.">
            <a:extLst>
              <a:ext uri="{FF2B5EF4-FFF2-40B4-BE49-F238E27FC236}">
                <a16:creationId xmlns:a16="http://schemas.microsoft.com/office/drawing/2014/main" id="{932C6854-072B-3542-500A-C86E691E1CD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7434" y="9387"/>
            <a:ext cx="787508" cy="706479"/>
          </a:xfrm>
          <a:prstGeom prst="rect">
            <a:avLst/>
          </a:prstGeom>
        </p:spPr>
      </p:pic>
      <p:sp>
        <p:nvSpPr>
          <p:cNvPr id="18" name="Google Shape;472;p41">
            <a:extLst>
              <a:ext uri="{FF2B5EF4-FFF2-40B4-BE49-F238E27FC236}">
                <a16:creationId xmlns:a16="http://schemas.microsoft.com/office/drawing/2014/main" id="{98DACA28-039D-5B0A-9803-7291C6276916}"/>
              </a:ext>
            </a:extLst>
          </p:cNvPr>
          <p:cNvSpPr txBox="1">
            <a:spLocks/>
          </p:cNvSpPr>
          <p:nvPr/>
        </p:nvSpPr>
        <p:spPr>
          <a:xfrm>
            <a:off x="794942" y="723015"/>
            <a:ext cx="7704000" cy="286247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1pPr>
            <a:lvl2pPr marL="914400" marR="0" lvl="1" indent="-317500" algn="ctr" rtl="0">
              <a:lnSpc>
                <a:spcPct val="100000"/>
              </a:lnSpc>
              <a:spcBef>
                <a:spcPts val="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2pPr>
            <a:lvl3pPr marL="1371600" marR="0" lvl="2"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3pPr>
            <a:lvl4pPr marL="1828800" marR="0" lvl="3"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4pPr>
            <a:lvl5pPr marL="2286000" marR="0" lvl="4"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5pPr>
            <a:lvl6pPr marL="2743200" marR="0" lvl="5"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6pPr>
            <a:lvl7pPr marL="3200400" marR="0" lvl="6"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7pPr>
            <a:lvl8pPr marL="3657600" marR="0" lvl="7" indent="-317500" algn="ctr" rtl="0">
              <a:lnSpc>
                <a:spcPct val="100000"/>
              </a:lnSpc>
              <a:spcBef>
                <a:spcPts val="1600"/>
              </a:spcBef>
              <a:spcAft>
                <a:spcPts val="0"/>
              </a:spcAft>
              <a:buClr>
                <a:schemeClr val="dk1"/>
              </a:buClr>
              <a:buSzPts val="1400"/>
              <a:buFont typeface="Karla"/>
              <a:buNone/>
              <a:defRPr sz="1400" b="0" i="0" u="none" strike="noStrike" cap="none">
                <a:solidFill>
                  <a:schemeClr val="dk1"/>
                </a:solidFill>
                <a:latin typeface="Karla"/>
                <a:ea typeface="Karla"/>
                <a:cs typeface="Karla"/>
                <a:sym typeface="Karla"/>
              </a:defRPr>
            </a:lvl8pPr>
            <a:lvl9pPr marL="4114800" marR="0" lvl="8" indent="-317500" algn="ctr" rtl="0">
              <a:lnSpc>
                <a:spcPct val="100000"/>
              </a:lnSpc>
              <a:spcBef>
                <a:spcPts val="1600"/>
              </a:spcBef>
              <a:spcAft>
                <a:spcPts val="1600"/>
              </a:spcAft>
              <a:buClr>
                <a:schemeClr val="dk1"/>
              </a:buClr>
              <a:buSzPts val="1400"/>
              <a:buFont typeface="Karla"/>
              <a:buNone/>
              <a:defRPr sz="1400" b="0" i="0" u="none" strike="noStrike" cap="none">
                <a:solidFill>
                  <a:schemeClr val="dk1"/>
                </a:solidFill>
                <a:latin typeface="Karla"/>
                <a:ea typeface="Karla"/>
                <a:cs typeface="Karla"/>
                <a:sym typeface="Karla"/>
              </a:defRPr>
            </a:lvl9pPr>
          </a:lstStyle>
          <a:p>
            <a:pPr marL="0" indent="0" algn="l"/>
            <a:r>
              <a:rPr lang="en-US" b="1" dirty="0">
                <a:latin typeface="Garamond" panose="02020404030301010803" pitchFamily="18" charset="0"/>
              </a:rPr>
              <a:t>  </a:t>
            </a:r>
            <a:r>
              <a:rPr lang="en-US" b="1" u="sng" dirty="0">
                <a:latin typeface="Garamond" panose="02020404030301010803" pitchFamily="18" charset="0"/>
              </a:rPr>
              <a:t>Channels:</a:t>
            </a:r>
            <a:endParaRPr lang="en-US" dirty="0">
              <a:latin typeface="Garamond" panose="02020404030301010803" pitchFamily="18" charset="0"/>
            </a:endParaRPr>
          </a:p>
          <a:p>
            <a:pPr lvl="0" indent="-323850" algn="l">
              <a:buSzPts val="1500"/>
              <a:buFont typeface="Hind"/>
              <a:buChar char="●"/>
            </a:pPr>
            <a:r>
              <a:rPr lang="en-US" b="1" dirty="0">
                <a:latin typeface="Garamond" panose="02020404030301010803" pitchFamily="18" charset="0"/>
              </a:rPr>
              <a:t>Social Media</a:t>
            </a:r>
            <a:r>
              <a:rPr lang="en-US" dirty="0">
                <a:latin typeface="Garamond" panose="02020404030301010803" pitchFamily="18" charset="0"/>
              </a:rPr>
              <a:t>: A single social media presence on platforms like LinkedIn, Facebook, and Instagram to share the "Solar for Climate" campaign, employee success stories, and customer testimonials.</a:t>
            </a:r>
          </a:p>
          <a:p>
            <a:pPr lvl="0" indent="-323850" algn="l">
              <a:buSzPts val="1500"/>
              <a:buFont typeface="Hind"/>
              <a:buChar char="●"/>
            </a:pPr>
            <a:r>
              <a:rPr lang="en-US" b="1" dirty="0">
                <a:latin typeface="Garamond" panose="02020404030301010803" pitchFamily="18" charset="0"/>
              </a:rPr>
              <a:t>Annual Report &amp; Website</a:t>
            </a:r>
            <a:r>
              <a:rPr lang="en-US" dirty="0">
                <a:latin typeface="Garamond" panose="02020404030301010803" pitchFamily="18" charset="0"/>
              </a:rPr>
              <a:t>: The website and annual report will feature dedicated sections on the company's progress towards SDG 13, highlighting both internal and external contributions.</a:t>
            </a:r>
          </a:p>
          <a:p>
            <a:pPr lvl="0" indent="-323850" algn="l">
              <a:buSzPts val="1500"/>
              <a:buFont typeface="Hind"/>
              <a:buChar char="●"/>
            </a:pPr>
            <a:r>
              <a:rPr lang="en-US" b="1" dirty="0">
                <a:latin typeface="Garamond" panose="02020404030301010803" pitchFamily="18" charset="0"/>
              </a:rPr>
              <a:t>Shared Events</a:t>
            </a:r>
            <a:r>
              <a:rPr lang="en-US" dirty="0">
                <a:latin typeface="Garamond" panose="02020404030301010803" pitchFamily="18" charset="0"/>
              </a:rPr>
              <a:t>: The annual "</a:t>
            </a:r>
            <a:r>
              <a:rPr lang="en-US" dirty="0" err="1">
                <a:latin typeface="Garamond" panose="02020404030301010803" pitchFamily="18" charset="0"/>
              </a:rPr>
              <a:t>SolNova</a:t>
            </a:r>
            <a:r>
              <a:rPr lang="en-US" dirty="0">
                <a:latin typeface="Garamond" panose="02020404030301010803" pitchFamily="18" charset="0"/>
              </a:rPr>
              <a:t> Impact Gala" which will be attended by both internal teams and external partners, serving as a unifying platform.</a:t>
            </a:r>
          </a:p>
          <a:p>
            <a:pPr marL="133350" lvl="0" indent="0" algn="l">
              <a:buSzPts val="1500"/>
            </a:pPr>
            <a:endParaRPr lang="en-US" b="1" u="sng" dirty="0">
              <a:latin typeface="Garamond" panose="02020404030301010803" pitchFamily="18" charset="0"/>
            </a:endParaRPr>
          </a:p>
          <a:p>
            <a:pPr marL="133350" lvl="0" indent="0" algn="l">
              <a:buSzPts val="1500"/>
            </a:pPr>
            <a:r>
              <a:rPr lang="en-US" b="1" u="sng" dirty="0">
                <a:latin typeface="Garamond" panose="02020404030301010803" pitchFamily="18" charset="0"/>
              </a:rPr>
              <a:t>Rationale:</a:t>
            </a:r>
            <a:endParaRPr lang="en-US" dirty="0">
              <a:latin typeface="Garamond" panose="02020404030301010803" pitchFamily="18" charset="0"/>
            </a:endParaRPr>
          </a:p>
          <a:p>
            <a:pPr lvl="0" indent="-323850" algn="l">
              <a:buSzPts val="1500"/>
              <a:buFont typeface="Hind"/>
              <a:buChar char="●"/>
            </a:pPr>
            <a:r>
              <a:rPr lang="en-US" b="1" dirty="0">
                <a:latin typeface="Garamond" panose="02020404030301010803" pitchFamily="18" charset="0"/>
              </a:rPr>
              <a:t>Rationale for Social Media</a:t>
            </a:r>
            <a:r>
              <a:rPr lang="en-US" dirty="0">
                <a:latin typeface="Garamond" panose="02020404030301010803" pitchFamily="18" charset="0"/>
              </a:rPr>
              <a:t>: A single social media presence on platforms like LinkedIn, Facebook, and Instagram to share the "Solar for Climate" campaign, employee success stories, and customer testimonials.</a:t>
            </a:r>
          </a:p>
          <a:p>
            <a:pPr lvl="0" indent="-323850" algn="l">
              <a:buSzPts val="1500"/>
              <a:buFont typeface="Hind"/>
              <a:buChar char="●"/>
            </a:pPr>
            <a:r>
              <a:rPr lang="en-US" b="1" dirty="0">
                <a:latin typeface="Garamond" panose="02020404030301010803" pitchFamily="18" charset="0"/>
              </a:rPr>
              <a:t>Rationale for Annual Report &amp; Website</a:t>
            </a:r>
            <a:r>
              <a:rPr lang="en-US" dirty="0">
                <a:latin typeface="Garamond" panose="02020404030301010803" pitchFamily="18" charset="0"/>
              </a:rPr>
              <a:t>: The website and annual report will feature dedicated sections on the company's progress towards SDG 13, highlighting both internal and external contributions.</a:t>
            </a:r>
          </a:p>
          <a:p>
            <a:pPr lvl="0" indent="-323850" algn="l">
              <a:buSzPts val="1500"/>
              <a:buFont typeface="Hind"/>
              <a:buChar char="●"/>
            </a:pPr>
            <a:r>
              <a:rPr lang="en-US" b="1" dirty="0">
                <a:latin typeface="Garamond" panose="02020404030301010803" pitchFamily="18" charset="0"/>
              </a:rPr>
              <a:t>Rationale for Shared Events</a:t>
            </a:r>
            <a:r>
              <a:rPr lang="en-US" dirty="0">
                <a:latin typeface="Garamond" panose="02020404030301010803" pitchFamily="18" charset="0"/>
              </a:rPr>
              <a:t>: The annual "</a:t>
            </a:r>
            <a:r>
              <a:rPr lang="en-US" dirty="0" err="1">
                <a:latin typeface="Garamond" panose="02020404030301010803" pitchFamily="18" charset="0"/>
              </a:rPr>
              <a:t>SolNova</a:t>
            </a:r>
            <a:r>
              <a:rPr lang="en-US" dirty="0">
                <a:latin typeface="Garamond" panose="02020404030301010803" pitchFamily="18" charset="0"/>
              </a:rPr>
              <a:t> Impact Gala" which will be attended by both internal teams and external partners, serving as a unifying platform.</a:t>
            </a:r>
          </a:p>
        </p:txBody>
      </p:sp>
    </p:spTree>
    <p:extLst>
      <p:ext uri="{BB962C8B-B14F-4D97-AF65-F5344CB8AC3E}">
        <p14:creationId xmlns:p14="http://schemas.microsoft.com/office/powerpoint/2010/main" val="381962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theme/theme1.xml><?xml version="1.0" encoding="utf-8"?>
<a:theme xmlns:a="http://schemas.openxmlformats.org/drawingml/2006/main" name="Solar Panels Implementation Project Proposal by Slidesgo">
  <a:themeElements>
    <a:clrScheme name="Simple Light">
      <a:dk1>
        <a:srgbClr val="3A4A01"/>
      </a:dk1>
      <a:lt1>
        <a:srgbClr val="FFFFFF"/>
      </a:lt1>
      <a:dk2>
        <a:srgbClr val="FEB128"/>
      </a:dk2>
      <a:lt2>
        <a:srgbClr val="F68A14"/>
      </a:lt2>
      <a:accent1>
        <a:srgbClr val="2D3A00"/>
      </a:accent1>
      <a:accent2>
        <a:srgbClr val="FFFFFF"/>
      </a:accent2>
      <a:accent3>
        <a:srgbClr val="FFFFFF"/>
      </a:accent3>
      <a:accent4>
        <a:srgbClr val="FFFFFF"/>
      </a:accent4>
      <a:accent5>
        <a:srgbClr val="FFFFFF"/>
      </a:accent5>
      <a:accent6>
        <a:srgbClr val="FFFFFF"/>
      </a:accent6>
      <a:hlink>
        <a:srgbClr val="3A4A0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1569</Words>
  <Application>Microsoft Office PowerPoint</Application>
  <PresentationFormat>On-screen Show (16:9)</PresentationFormat>
  <Paragraphs>134</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Baloo 2</vt:lpstr>
      <vt:lpstr>Garamond</vt:lpstr>
      <vt:lpstr>Hind</vt:lpstr>
      <vt:lpstr>Karla</vt:lpstr>
      <vt:lpstr>Solar Panels Implementation Project Proposal by Slidesgo</vt:lpstr>
      <vt:lpstr>TEAM MEMBERS</vt:lpstr>
      <vt:lpstr>Communication Strategy for Internal Stakeholders</vt:lpstr>
      <vt:lpstr>Internal Communication Strategy: Engaging Our Team</vt:lpstr>
      <vt:lpstr>Strategy &amp; Rationale: Building a Climate-Conscious Culture</vt:lpstr>
      <vt:lpstr>Prototype: "Green Innovator" Recognition Program</vt:lpstr>
      <vt:lpstr>Internal Communication Channels</vt:lpstr>
      <vt:lpstr>Communication Strategy for External Stakeholders</vt:lpstr>
      <vt:lpstr>External Communication Strategy: Building Trust &amp; Impact</vt:lpstr>
      <vt:lpstr>Strategy &amp; Rationale: Amplifying Our Impact</vt:lpstr>
      <vt:lpstr>Prototype: "My Solar Impact" App Dashboard</vt:lpstr>
      <vt:lpstr>External Communication Channels</vt:lpstr>
      <vt:lpstr>Common Communication Strategy</vt:lpstr>
      <vt:lpstr>Common Communication Strategy: A Unified Approach</vt:lpstr>
      <vt:lpstr>Strategy &amp; Rationale: Unifying our message</vt:lpstr>
      <vt:lpstr>Prototype: "Solar for Climate" Campaign Visual</vt:lpstr>
      <vt:lpstr>External Communication Channels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ROHIT GHOSH</cp:lastModifiedBy>
  <cp:revision>7</cp:revision>
  <dcterms:modified xsi:type="dcterms:W3CDTF">2025-08-29T16:42:17Z</dcterms:modified>
</cp:coreProperties>
</file>