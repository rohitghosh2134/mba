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8" r:id="rId5"/>
    <p:sldId id="280" r:id="rId6"/>
    <p:sldId id="279" r:id="rId7"/>
    <p:sldId id="286" r:id="rId8"/>
    <p:sldId id="281" r:id="rId9"/>
    <p:sldId id="282" r:id="rId10"/>
    <p:sldId id="285" r:id="rId11"/>
    <p:sldId id="2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A2AC3-3C16-84BB-7AB8-C0E106EAF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C5BF7-620E-33B6-3FEE-C44501FA0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D9234-D03D-4599-9D59-4AF2E2B2C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37DE3-96A4-74A8-AEB7-A8CB1BB4A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40420-9C1C-9A36-522B-6B92C05F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C63705-DC56-1490-713C-DADCBC0EEE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376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FD62-47BA-7222-B329-129695CCF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04ED3-CA7C-6B93-B9CB-62D373BDF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99E03-EAC3-30D5-3DAE-D304FF30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8A509-F691-41DD-E37B-08B066438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814F2-41EA-29C3-FEE9-A18F33DC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3F1423-EB51-4A82-8F58-2FCD1FE802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597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8628B-E049-692F-53AD-850C1D9E9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25B00-A123-F431-1388-481BA147F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F2DA8-14ED-D79B-F352-7ED058FF9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177-1210-35A3-618E-08DF0DBB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6124C-F76B-AD55-0061-4F7449510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044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6D274-C914-7DF2-D101-08648BDE6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FB25B-8D23-C88B-99FC-2470649B0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1311D-5461-0B70-B2E2-2C23C1B9C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B07F5-5958-0C9F-06F6-EAD560CD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EB456-A0DB-5B5C-3DA2-5B3B00B1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C9A5A-0E4D-B8A8-33D6-9EBACD07C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463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499D0-BA58-4C43-BB64-57E65B862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DEC71-C88F-F39A-8A40-370DA2303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76CD9-3DCC-D42D-8701-8773C11E6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ACB62-EC14-E1B7-B967-FC7617FB9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FEB06-ED96-4F18-B835-7BCB173609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39238-951F-4BCF-0994-183F5F00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6293E0-F57E-AA6B-F154-77402E48C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FF4D99-BB9B-6ADB-02AC-8EDBE113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85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141C-CC63-46F0-812B-042513B7E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4E0DF-F9B3-976F-DF56-493E14986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B2FFB-33B7-8E8A-98D0-842E233C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0F279-403E-B53A-7870-BA415F9D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751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40B7E-01E2-E7CF-79FC-BC1CC4D26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F611B7-4E0B-BFCC-5F38-FA72312B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89876-DDEB-34E7-71ED-D7C7D4EAE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668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9FF6-CB64-4EA7-5B44-DFEBC1470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10D8A-6687-893F-D03B-3EE41572D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C203D-7689-7C4C-8D98-5A693DCB8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08359-4850-268A-7395-9DBA71D61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AC486-562F-D019-9C55-987DAF567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548AE-81E7-F975-F1E0-7B386408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49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1758C-6364-1370-0D38-F7437306A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740F93-F26A-05AE-C674-684C95462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E8E4F-52B0-B1A8-CB56-46C6FD5C4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93592-6282-03A8-0843-2807B1A5A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0B4DD-D558-7FB1-444F-3B09FFBC2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604B6-4112-9201-F544-7A2392F5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37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DC8F-B610-DDF8-D1EF-24FA78A2F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78A3F-D2D7-4F66-B646-3404A0CF6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3B3A6-4391-4B79-66DE-82534191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7D9E-30EC-2B18-BA72-EBA1A1671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D3367-D6EB-76DC-0D98-29A47E01F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993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11EB9C-F9A2-5266-2AE7-282374ACA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486F3-4DCF-8BCC-FEAC-215A890D9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F1452-9C31-5B97-5B54-B8CABAB3A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79FCD-863E-DBBC-3373-ABB1E8180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42055-1789-CD25-BF17-0B77F7AFE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22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BE1B9-DCFD-373C-61F5-D59843EEA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03BA9-C6C2-A738-0CFF-8843F431C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055E9-F7C0-29D8-6BD3-D888E1EF3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8C335-0888-4425-9323-F8A7B8471FC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BA409-F61A-2FB4-EDA0-19A137A76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DBC0F-3F5F-F402-64D0-03790FF07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84D47D-8313-3092-7A3E-FEAD865F5A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4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tJxfJGo-vkI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84171-4CEF-1753-28D2-E17614C57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0110" y="1122363"/>
            <a:ext cx="10275570" cy="2387600"/>
          </a:xfrm>
        </p:spPr>
        <p:txBody>
          <a:bodyPr/>
          <a:lstStyle/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Designing Work Organization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D139E-C6D2-C4A3-E45F-01F2FBE0F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9110"/>
            <a:ext cx="9144000" cy="1954530"/>
          </a:xfrm>
        </p:spPr>
        <p:txBody>
          <a:bodyPr>
            <a:normAutofit/>
          </a:bodyPr>
          <a:lstStyle/>
          <a:p>
            <a:r>
              <a:rPr lang="en-IN" dirty="0">
                <a:latin typeface="Aptos Narrow" panose="020B0004020202020204" pitchFamily="34" charset="0"/>
              </a:rPr>
              <a:t>Session 3-4</a:t>
            </a:r>
          </a:p>
          <a:p>
            <a:endParaRPr lang="en-IN" dirty="0">
              <a:latin typeface="Aptos Narrow" panose="020B0004020202020204" pitchFamily="34" charset="0"/>
            </a:endParaRPr>
          </a:p>
          <a:p>
            <a:r>
              <a:rPr lang="en-IN" dirty="0">
                <a:latin typeface="Aptos Narrow" panose="020B0004020202020204" pitchFamily="34" charset="0"/>
              </a:rPr>
              <a:t>Prof. Parijat </a:t>
            </a:r>
            <a:r>
              <a:rPr lang="en-IN" dirty="0" err="1">
                <a:latin typeface="Aptos Narrow" panose="020B0004020202020204" pitchFamily="34" charset="0"/>
              </a:rPr>
              <a:t>Lanke</a:t>
            </a:r>
            <a:endParaRPr lang="en-IN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885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F0B9-1A15-3513-EEF2-68FFCBA4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93539-4F5A-9DA2-A724-C696E7200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Differentiation &amp; Integration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Centralization &amp; Decentralization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S.O.P. &amp; Mutual Adjustment</a:t>
            </a:r>
          </a:p>
        </p:txBody>
      </p:sp>
    </p:spTree>
    <p:extLst>
      <p:ext uri="{BB962C8B-B14F-4D97-AF65-F5344CB8AC3E}">
        <p14:creationId xmlns:p14="http://schemas.microsoft.com/office/powerpoint/2010/main" val="243530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55DE-BFAC-0118-0482-6EE656619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45357-843B-52EB-8168-372DBC029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Differentiation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Differentiation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one better than other?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with Differentiation?</a:t>
            </a:r>
          </a:p>
        </p:txBody>
      </p:sp>
    </p:spTree>
    <p:extLst>
      <p:ext uri="{BB962C8B-B14F-4D97-AF65-F5344CB8AC3E}">
        <p14:creationId xmlns:p14="http://schemas.microsoft.com/office/powerpoint/2010/main" val="2015291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92F4D-BD73-AC35-8D36-B50A353C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Mechanisms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1D114-BA7F-2591-2AFD-262D2FDA3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 of Authority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Contact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Liaison Role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Force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Role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Department</a:t>
            </a:r>
          </a:p>
        </p:txBody>
      </p:sp>
    </p:spTree>
    <p:extLst>
      <p:ext uri="{BB962C8B-B14F-4D97-AF65-F5344CB8AC3E}">
        <p14:creationId xmlns:p14="http://schemas.microsoft.com/office/powerpoint/2010/main" val="3832070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79E1-DE5F-1DEE-37DE-B719DA5C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Centralization vs. Decentralization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00CA8-8247-124E-B540-3DA26CF80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09009"/>
            <a:ext cx="10515600" cy="62865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gets to make decisions?</a:t>
            </a:r>
          </a:p>
        </p:txBody>
      </p:sp>
    </p:spTree>
    <p:extLst>
      <p:ext uri="{BB962C8B-B14F-4D97-AF65-F5344CB8AC3E}">
        <p14:creationId xmlns:p14="http://schemas.microsoft.com/office/powerpoint/2010/main" val="1975288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41ABB-146F-F917-89D5-30C3A34E1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330" y="2766218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Mechanistic  -------------- Organic</a:t>
            </a:r>
          </a:p>
        </p:txBody>
      </p:sp>
    </p:spTree>
    <p:extLst>
      <p:ext uri="{BB962C8B-B14F-4D97-AF65-F5344CB8AC3E}">
        <p14:creationId xmlns:p14="http://schemas.microsoft.com/office/powerpoint/2010/main" val="2212346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E577-7521-E3A2-FABC-97565795A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F3DE8-AA29-E18E-7FF9-A0BB4EA63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Organization/management centric</a:t>
            </a:r>
          </a:p>
          <a:p>
            <a:endParaRPr lang="en-IN" dirty="0"/>
          </a:p>
          <a:p>
            <a:r>
              <a:rPr lang="en-IN" dirty="0"/>
              <a:t>Crowd centric </a:t>
            </a:r>
          </a:p>
          <a:p>
            <a:endParaRPr lang="en-IN" dirty="0"/>
          </a:p>
          <a:p>
            <a:r>
              <a:rPr lang="en-IN" dirty="0"/>
              <a:t>Employee centric (</a:t>
            </a:r>
            <a:r>
              <a:rPr lang="en-IN" dirty="0">
                <a:hlinkClick r:id="rId2"/>
              </a:rPr>
              <a:t>https://www.youtube.com/watch?v=tJxfJGo-vkI</a:t>
            </a:r>
            <a:r>
              <a:rPr lang="en-IN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800385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4D54-8119-37DC-3D33-DF52C6AA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Organigraph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B6180D-10BE-A529-2C93-73A52F4B1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6365" y="2731496"/>
            <a:ext cx="1657581" cy="164805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7DD536-D15E-EF66-A598-9D9E88E64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765" y="2768255"/>
            <a:ext cx="2289959" cy="1325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D16C56-A570-7BD6-ACA2-572F2F1F5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424" y="2371577"/>
            <a:ext cx="1762371" cy="2114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99CB79-90A5-48F4-CD6C-E0C8E09DD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324" y="2609734"/>
            <a:ext cx="1800476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954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19BB4A-68C4-7153-65C7-DCAF3ACB4B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922" r="-731"/>
          <a:stretch/>
        </p:blipFill>
        <p:spPr>
          <a:xfrm>
            <a:off x="569007" y="308610"/>
            <a:ext cx="11021013" cy="61842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C94E1F-8E62-FFD2-B483-E56D909B834E}"/>
              </a:ext>
            </a:extLst>
          </p:cNvPr>
          <p:cNvSpPr/>
          <p:nvPr/>
        </p:nvSpPr>
        <p:spPr>
          <a:xfrm>
            <a:off x="10869930" y="491490"/>
            <a:ext cx="868680" cy="788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79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94E07-A925-8EAF-CE53-5E3A32008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2CF01-AB53-554D-4A94-15AE97625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583DA0-19F3-56D3-FD90-A90D2A334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2" y="216535"/>
            <a:ext cx="11376278" cy="596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459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F2C1A-1523-F834-621C-C71EFC616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651125"/>
            <a:ext cx="4987290" cy="1325563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pic>
        <p:nvPicPr>
          <p:cNvPr id="1026" name="Picture 2" descr="Buy Beyond Good And Evil Book Online at ...">
            <a:extLst>
              <a:ext uri="{FF2B5EF4-FFF2-40B4-BE49-F238E27FC236}">
                <a16:creationId xmlns:a16="http://schemas.microsoft.com/office/drawing/2014/main" id="{24786D74-7EB8-C604-6EC9-20D8869662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" y="670808"/>
            <a:ext cx="4027170" cy="551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823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99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ADLaM Display</vt:lpstr>
      <vt:lpstr>Aptos Narrow</vt:lpstr>
      <vt:lpstr>Arial</vt:lpstr>
      <vt:lpstr>Calibri</vt:lpstr>
      <vt:lpstr>Calibri Light</vt:lpstr>
      <vt:lpstr>Times New Roman</vt:lpstr>
      <vt:lpstr>Office Theme</vt:lpstr>
      <vt:lpstr>Designing Work Organization </vt:lpstr>
      <vt:lpstr>Design Choices</vt:lpstr>
      <vt:lpstr>Differentiation</vt:lpstr>
      <vt:lpstr>Integration Mechanisms </vt:lpstr>
      <vt:lpstr>Centralization vs. Decentralization</vt:lpstr>
      <vt:lpstr>Mechanistic  -------------- Organic</vt:lpstr>
      <vt:lpstr>Structure Types</vt:lpstr>
      <vt:lpstr>Organigraph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LAPTOP</dc:creator>
  <cp:lastModifiedBy>HP LAPTOP</cp:lastModifiedBy>
  <cp:revision>39</cp:revision>
  <dcterms:created xsi:type="dcterms:W3CDTF">2024-10-18T11:23:31Z</dcterms:created>
  <dcterms:modified xsi:type="dcterms:W3CDTF">2025-10-13T02:34:07Z</dcterms:modified>
</cp:coreProperties>
</file>