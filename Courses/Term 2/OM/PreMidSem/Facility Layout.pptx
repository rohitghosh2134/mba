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7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tBDfr" TargetMode="Externa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pic>
        <p:nvPicPr>
          <p:cNvPr id="0" name="Google Shape;9;p2" descr=""/>
          <p:cNvPicPr/>
          <p:nvPr/>
        </p:nvPicPr>
        <p:blipFill>
          <a:blip r:embed="rId2"/>
          <a:stretch/>
        </p:blipFill>
        <p:spPr>
          <a:xfrm>
            <a:off x="0" y="0"/>
            <a:ext cx="9143640" cy="5143320"/>
          </a:xfrm>
          <a:prstGeom prst="rect">
            <a:avLst/>
          </a:prstGeom>
          <a:noFill/>
          <a:ln w="0">
            <a:noFill/>
          </a:ln>
        </p:spPr>
      </p:pic>
      <p:sp>
        <p:nvSpPr>
          <p:cNvPr id="1" name="PlaceHolder 1"/>
          <p:cNvSpPr>
            <a:spLocks noGrp="1"/>
          </p:cNvSpPr>
          <p:nvPr>
            <p:ph type="title"/>
          </p:nvPr>
        </p:nvSpPr>
        <p:spPr>
          <a:xfrm>
            <a:off x="228600" y="573840"/>
            <a:ext cx="5140080" cy="1441080"/>
          </a:xfrm>
          <a:prstGeom prst="rect">
            <a:avLst/>
          </a:prstGeom>
          <a:noFill/>
          <a:ln w="0">
            <a:noFill/>
          </a:ln>
        </p:spPr>
        <p:txBody>
          <a:bodyPr lIns="91440" rIns="91440" tIns="91440" bIns="91440" anchor="b">
            <a:noAutofit/>
          </a:bodyPr>
          <a:p>
            <a:pPr indent="0">
              <a:buNone/>
            </a:pPr>
            <a:r>
              <a:rPr b="0" lang="fr-FR" sz="3200" strike="noStrike" u="none">
                <a:solidFill>
                  <a:schemeClr val="dk1"/>
                </a:solidFill>
                <a:effectLst/>
                <a:uFillTx/>
                <a:latin typeface="Arial"/>
              </a:rPr>
              <a:t>Click to edit the title text format</a:t>
            </a:r>
            <a:endParaRPr b="0" lang="fr-FR" sz="3200" strike="noStrike" u="none">
              <a:solidFill>
                <a:schemeClr val="dk1"/>
              </a:solidFill>
              <a:effectLst/>
              <a:uFillTx/>
              <a:latin typeface="Arial"/>
            </a:endParaRPr>
          </a:p>
        </p:txBody>
      </p:sp>
      <p:sp>
        <p:nvSpPr>
          <p:cNvPr id="2" name="Google Shape;12;p2"/>
          <p:cNvSpPr/>
          <p:nvPr/>
        </p:nvSpPr>
        <p:spPr>
          <a:xfrm>
            <a:off x="5532840" y="2571840"/>
            <a:ext cx="4681080" cy="4681080"/>
          </a:xfrm>
          <a:prstGeom prst="ellipse">
            <a:avLst/>
          </a:prstGeom>
          <a:noFill/>
          <a:ln w="13325">
            <a:solidFill>
              <a:srgbClr val="ffffff"/>
            </a:solidFill>
            <a:round/>
          </a:ln>
        </p:spPr>
        <p:style>
          <a:lnRef idx="0"/>
          <a:fillRef idx="0"/>
          <a:effectRef idx="0"/>
          <a:fontRef idx="minor"/>
        </p:style>
        <p:txBody>
          <a:bodyPr lIns="127440" rIns="127440" tIns="127440" bIns="127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 name="Google Shape;13;p2"/>
          <p:cNvSpPr/>
          <p:nvPr/>
        </p:nvSpPr>
        <p:spPr>
          <a:xfrm>
            <a:off x="5532840" y="-2109600"/>
            <a:ext cx="4681080" cy="4681080"/>
          </a:xfrm>
          <a:prstGeom prst="ellipse">
            <a:avLst/>
          </a:prstGeom>
          <a:noFill/>
          <a:ln w="13325">
            <a:solidFill>
              <a:srgbClr val="ffffff"/>
            </a:solidFill>
            <a:round/>
          </a:ln>
        </p:spPr>
        <p:style>
          <a:lnRef idx="0"/>
          <a:fillRef idx="0"/>
          <a:effectRef idx="0"/>
          <a:fontRef idx="minor"/>
        </p:style>
        <p:txBody>
          <a:bodyPr lIns="127440" rIns="127440" tIns="127440" bIns="127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pic>
        <p:nvPicPr>
          <p:cNvPr id="5" name="Google Shape;49;p11" descr=""/>
          <p:cNvPicPr/>
          <p:nvPr/>
        </p:nvPicPr>
        <p:blipFill>
          <a:blip r:embed="rId2"/>
          <a:stretch/>
        </p:blipFill>
        <p:spPr>
          <a:xfrm>
            <a:off x="0" y="0"/>
            <a:ext cx="9143640" cy="5143320"/>
          </a:xfrm>
          <a:prstGeom prst="rect">
            <a:avLst/>
          </a:prstGeom>
          <a:noFill/>
          <a:ln w="0">
            <a:noFill/>
          </a:ln>
        </p:spPr>
      </p:pic>
      <p:sp>
        <p:nvSpPr>
          <p:cNvPr id="6" name="PlaceHolder 1"/>
          <p:cNvSpPr>
            <a:spLocks noGrp="1"/>
          </p:cNvSpPr>
          <p:nvPr>
            <p:ph type="title"/>
          </p:nvPr>
        </p:nvSpPr>
        <p:spPr>
          <a:xfrm>
            <a:off x="2339280" y="228600"/>
            <a:ext cx="6575760" cy="1306080"/>
          </a:xfrm>
          <a:prstGeom prst="rect">
            <a:avLst/>
          </a:prstGeom>
          <a:noFill/>
          <a:ln w="0">
            <a:noFill/>
          </a:ln>
        </p:spPr>
        <p:txBody>
          <a:bodyPr lIns="91440" rIns="91440" tIns="91440" bIns="91440" anchor="b">
            <a:noAutofit/>
          </a:bodyPr>
          <a:p>
            <a:pPr indent="0" algn="r">
              <a:lnSpc>
                <a:spcPct val="100000"/>
              </a:lnSpc>
              <a:buNone/>
            </a:pPr>
            <a:r>
              <a:rPr b="0" lang="fr-FR" sz="6000" strike="noStrike" u="none">
                <a:solidFill>
                  <a:schemeClr val="dk1"/>
                </a:solidFill>
                <a:effectLst/>
                <a:uFillTx/>
                <a:latin typeface="Boldonse"/>
                <a:ea typeface="Boldonse"/>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pic>
        <p:nvPicPr>
          <p:cNvPr id="7" name="Google Shape;54;p13" descr=""/>
          <p:cNvPicPr/>
          <p:nvPr/>
        </p:nvPicPr>
        <p:blipFill>
          <a:blip r:embed="rId2"/>
          <a:stretch/>
        </p:blipFill>
        <p:spPr>
          <a:xfrm>
            <a:off x="0" y="0"/>
            <a:ext cx="9143640" cy="5143320"/>
          </a:xfrm>
          <a:prstGeom prst="rect">
            <a:avLst/>
          </a:prstGeom>
          <a:noFill/>
          <a:ln w="0">
            <a:noFill/>
          </a:ln>
        </p:spPr>
      </p:pic>
      <p:sp>
        <p:nvSpPr>
          <p:cNvPr id="8" name="PlaceHolder 1"/>
          <p:cNvSpPr>
            <a:spLocks noGrp="1"/>
          </p:cNvSpPr>
          <p:nvPr>
            <p:ph type="title"/>
          </p:nvPr>
        </p:nvSpPr>
        <p:spPr>
          <a:xfrm>
            <a:off x="228600" y="228600"/>
            <a:ext cx="8686800" cy="769680"/>
          </a:xfrm>
          <a:prstGeom prst="rect">
            <a:avLst/>
          </a:prstGeom>
          <a:no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
        <p:nvSpPr>
          <p:cNvPr id="9" name="PlaceHolder 2"/>
          <p:cNvSpPr>
            <a:spLocks noGrp="1"/>
          </p:cNvSpPr>
          <p:nvPr>
            <p:ph type="title"/>
          </p:nvPr>
        </p:nvSpPr>
        <p:spPr>
          <a:xfrm>
            <a:off x="228600" y="2574360"/>
            <a:ext cx="865440" cy="310320"/>
          </a:xfrm>
          <a:prstGeom prst="rect">
            <a:avLst/>
          </a:prstGeom>
          <a:noFill/>
          <a:ln w="0">
            <a:noFill/>
          </a:ln>
        </p:spPr>
        <p:txBody>
          <a:bodyPr lIns="91440" rIns="91440" tIns="91440" bIns="91440" anchor="ctr">
            <a:noAutofit/>
          </a:bodyPr>
          <a:p>
            <a:pPr indent="0" algn="ctr">
              <a:lnSpc>
                <a:spcPct val="100000"/>
              </a:lnSpc>
              <a:buNone/>
            </a:pPr>
            <a:r>
              <a:rPr b="0" lang="fr-FR" sz="1800" strike="noStrike" u="none">
                <a:solidFill>
                  <a:schemeClr val="dk2"/>
                </a:solidFill>
                <a:effectLst/>
                <a:uFillTx/>
                <a:latin typeface="Boldonse"/>
                <a:ea typeface="Boldonse"/>
              </a:rPr>
              <a:t>xx%</a:t>
            </a:r>
            <a:endParaRPr b="0" lang="fr-FR" sz="1800" strike="noStrike" u="none">
              <a:solidFill>
                <a:schemeClr val="dk1"/>
              </a:solidFill>
              <a:effectLst/>
              <a:uFillTx/>
              <a:latin typeface="Arial"/>
            </a:endParaRPr>
          </a:p>
        </p:txBody>
      </p:sp>
      <p:sp>
        <p:nvSpPr>
          <p:cNvPr id="10" name="PlaceHolder 3"/>
          <p:cNvSpPr>
            <a:spLocks noGrp="1"/>
          </p:cNvSpPr>
          <p:nvPr>
            <p:ph type="title"/>
          </p:nvPr>
        </p:nvSpPr>
        <p:spPr>
          <a:xfrm>
            <a:off x="228600" y="1580040"/>
            <a:ext cx="865440" cy="310320"/>
          </a:xfrm>
          <a:prstGeom prst="rect">
            <a:avLst/>
          </a:prstGeom>
          <a:noFill/>
          <a:ln w="0">
            <a:noFill/>
          </a:ln>
        </p:spPr>
        <p:txBody>
          <a:bodyPr lIns="91440" rIns="91440" tIns="91440" bIns="91440" anchor="ctr">
            <a:noAutofit/>
          </a:bodyPr>
          <a:p>
            <a:pPr indent="0" algn="ctr">
              <a:lnSpc>
                <a:spcPct val="100000"/>
              </a:lnSpc>
              <a:buNone/>
            </a:pPr>
            <a:r>
              <a:rPr b="0" lang="fr-FR" sz="1800" strike="noStrike" u="none">
                <a:solidFill>
                  <a:schemeClr val="dk2"/>
                </a:solidFill>
                <a:effectLst/>
                <a:uFillTx/>
                <a:latin typeface="Boldonse"/>
                <a:ea typeface="Boldonse"/>
              </a:rPr>
              <a:t>xx%</a:t>
            </a:r>
            <a:endParaRPr b="0" lang="fr-FR" sz="1800" strike="noStrike" u="none">
              <a:solidFill>
                <a:schemeClr val="dk1"/>
              </a:solidFill>
              <a:effectLst/>
              <a:uFillTx/>
              <a:latin typeface="Arial"/>
            </a:endParaRPr>
          </a:p>
        </p:txBody>
      </p:sp>
      <p:sp>
        <p:nvSpPr>
          <p:cNvPr id="11" name="PlaceHolder 4"/>
          <p:cNvSpPr>
            <a:spLocks noGrp="1"/>
          </p:cNvSpPr>
          <p:nvPr>
            <p:ph type="title"/>
          </p:nvPr>
        </p:nvSpPr>
        <p:spPr>
          <a:xfrm>
            <a:off x="228600" y="3071520"/>
            <a:ext cx="865440" cy="310320"/>
          </a:xfrm>
          <a:prstGeom prst="rect">
            <a:avLst/>
          </a:prstGeom>
          <a:noFill/>
          <a:ln w="0">
            <a:noFill/>
          </a:ln>
        </p:spPr>
        <p:txBody>
          <a:bodyPr lIns="91440" rIns="91440" tIns="91440" bIns="91440" anchor="ctr">
            <a:noAutofit/>
          </a:bodyPr>
          <a:p>
            <a:pPr indent="0" algn="ctr">
              <a:lnSpc>
                <a:spcPct val="100000"/>
              </a:lnSpc>
              <a:buNone/>
            </a:pPr>
            <a:r>
              <a:rPr b="0" lang="fr-FR" sz="1800" strike="noStrike" u="none">
                <a:solidFill>
                  <a:schemeClr val="dk2"/>
                </a:solidFill>
                <a:effectLst/>
                <a:uFillTx/>
                <a:latin typeface="Boldonse"/>
                <a:ea typeface="Boldonse"/>
              </a:rPr>
              <a:t>xx%</a:t>
            </a:r>
            <a:endParaRPr b="0" lang="fr-FR" sz="1800" strike="noStrike" u="none">
              <a:solidFill>
                <a:schemeClr val="dk1"/>
              </a:solidFill>
              <a:effectLst/>
              <a:uFillTx/>
              <a:latin typeface="Arial"/>
            </a:endParaRPr>
          </a:p>
        </p:txBody>
      </p:sp>
      <p:sp>
        <p:nvSpPr>
          <p:cNvPr id="12" name="PlaceHolder 5"/>
          <p:cNvSpPr>
            <a:spLocks noGrp="1"/>
          </p:cNvSpPr>
          <p:nvPr>
            <p:ph type="title"/>
          </p:nvPr>
        </p:nvSpPr>
        <p:spPr>
          <a:xfrm>
            <a:off x="228600" y="3568680"/>
            <a:ext cx="865440" cy="310320"/>
          </a:xfrm>
          <a:prstGeom prst="rect">
            <a:avLst/>
          </a:prstGeom>
          <a:noFill/>
          <a:ln w="0">
            <a:noFill/>
          </a:ln>
        </p:spPr>
        <p:txBody>
          <a:bodyPr lIns="91440" rIns="91440" tIns="91440" bIns="91440" anchor="ctr">
            <a:noAutofit/>
          </a:bodyPr>
          <a:p>
            <a:pPr indent="0" algn="ctr">
              <a:lnSpc>
                <a:spcPct val="100000"/>
              </a:lnSpc>
              <a:buNone/>
            </a:pPr>
            <a:r>
              <a:rPr b="0" lang="fr-FR" sz="1800" strike="noStrike" u="none">
                <a:solidFill>
                  <a:schemeClr val="dk2"/>
                </a:solidFill>
                <a:effectLst/>
                <a:uFillTx/>
                <a:latin typeface="Boldonse"/>
                <a:ea typeface="Boldonse"/>
              </a:rPr>
              <a:t>xx%</a:t>
            </a:r>
            <a:endParaRPr b="0" lang="fr-FR" sz="1800" strike="noStrike" u="none">
              <a:solidFill>
                <a:schemeClr val="dk1"/>
              </a:solidFill>
              <a:effectLst/>
              <a:uFillTx/>
              <a:latin typeface="Arial"/>
            </a:endParaRPr>
          </a:p>
        </p:txBody>
      </p:sp>
      <p:sp>
        <p:nvSpPr>
          <p:cNvPr id="13" name="PlaceHolder 6"/>
          <p:cNvSpPr>
            <a:spLocks noGrp="1"/>
          </p:cNvSpPr>
          <p:nvPr>
            <p:ph type="title"/>
          </p:nvPr>
        </p:nvSpPr>
        <p:spPr>
          <a:xfrm>
            <a:off x="228600" y="1083240"/>
            <a:ext cx="865440" cy="310320"/>
          </a:xfrm>
          <a:prstGeom prst="rect">
            <a:avLst/>
          </a:prstGeom>
          <a:noFill/>
          <a:ln w="0">
            <a:noFill/>
          </a:ln>
        </p:spPr>
        <p:txBody>
          <a:bodyPr lIns="91440" rIns="91440" tIns="91440" bIns="91440" anchor="ctr">
            <a:noAutofit/>
          </a:bodyPr>
          <a:p>
            <a:pPr indent="0" algn="ctr">
              <a:lnSpc>
                <a:spcPct val="100000"/>
              </a:lnSpc>
              <a:buNone/>
            </a:pPr>
            <a:r>
              <a:rPr b="0" lang="fr-FR" sz="1800" strike="noStrike" u="none">
                <a:solidFill>
                  <a:schemeClr val="dk2"/>
                </a:solidFill>
                <a:effectLst/>
                <a:uFillTx/>
                <a:latin typeface="Boldonse"/>
                <a:ea typeface="Boldonse"/>
              </a:rPr>
              <a:t>xx%</a:t>
            </a:r>
            <a:endParaRPr b="0" lang="fr-FR" sz="1800" strike="noStrike" u="none">
              <a:solidFill>
                <a:schemeClr val="dk1"/>
              </a:solidFill>
              <a:effectLst/>
              <a:uFillTx/>
              <a:latin typeface="Arial"/>
            </a:endParaRPr>
          </a:p>
        </p:txBody>
      </p:sp>
      <p:sp>
        <p:nvSpPr>
          <p:cNvPr id="14" name="PlaceHolder 7"/>
          <p:cNvSpPr>
            <a:spLocks noGrp="1"/>
          </p:cNvSpPr>
          <p:nvPr>
            <p:ph type="title"/>
          </p:nvPr>
        </p:nvSpPr>
        <p:spPr>
          <a:xfrm>
            <a:off x="228600" y="2077200"/>
            <a:ext cx="865440" cy="310320"/>
          </a:xfrm>
          <a:prstGeom prst="rect">
            <a:avLst/>
          </a:prstGeom>
          <a:noFill/>
          <a:ln w="0">
            <a:noFill/>
          </a:ln>
        </p:spPr>
        <p:txBody>
          <a:bodyPr lIns="91440" rIns="91440" tIns="91440" bIns="91440" anchor="ctr">
            <a:noAutofit/>
          </a:bodyPr>
          <a:p>
            <a:pPr indent="0" algn="ctr">
              <a:lnSpc>
                <a:spcPct val="100000"/>
              </a:lnSpc>
              <a:buNone/>
            </a:pPr>
            <a:r>
              <a:rPr b="0" lang="fr-FR" sz="1800" strike="noStrike" u="none">
                <a:solidFill>
                  <a:schemeClr val="dk2"/>
                </a:solidFill>
                <a:effectLst/>
                <a:uFillTx/>
                <a:latin typeface="Boldonse"/>
                <a:ea typeface="Boldonse"/>
              </a:rPr>
              <a:t>xx%</a:t>
            </a:r>
            <a:endParaRPr b="0" lang="fr-FR" sz="1800" strike="noStrike" u="none">
              <a:solidFill>
                <a:schemeClr val="dk1"/>
              </a:solidFill>
              <a:effectLst/>
              <a:uFillTx/>
              <a:latin typeface="Arial"/>
            </a:endParaRPr>
          </a:p>
        </p:txBody>
      </p:sp>
      <p:sp>
        <p:nvSpPr>
          <p:cNvPr id="15" name="PlaceHolder 8"/>
          <p:cNvSpPr>
            <a:spLocks noGrp="1"/>
          </p:cNvSpPr>
          <p:nvPr>
            <p:ph type="title"/>
          </p:nvPr>
        </p:nvSpPr>
        <p:spPr>
          <a:xfrm>
            <a:off x="228600" y="4065840"/>
            <a:ext cx="865440" cy="310320"/>
          </a:xfrm>
          <a:prstGeom prst="rect">
            <a:avLst/>
          </a:prstGeom>
          <a:noFill/>
          <a:ln w="0">
            <a:noFill/>
          </a:ln>
        </p:spPr>
        <p:txBody>
          <a:bodyPr lIns="91440" rIns="91440" tIns="91440" bIns="91440" anchor="ctr">
            <a:noAutofit/>
          </a:bodyPr>
          <a:p>
            <a:pPr indent="0" algn="ctr">
              <a:lnSpc>
                <a:spcPct val="100000"/>
              </a:lnSpc>
              <a:buNone/>
            </a:pPr>
            <a:r>
              <a:rPr b="0" lang="fr-FR" sz="1800" strike="noStrike" u="none">
                <a:solidFill>
                  <a:schemeClr val="dk2"/>
                </a:solidFill>
                <a:effectLst/>
                <a:uFillTx/>
                <a:latin typeface="Boldonse"/>
                <a:ea typeface="Boldonse"/>
              </a:rPr>
              <a:t>xx%</a:t>
            </a:r>
            <a:endParaRPr b="0" lang="fr-FR" sz="1800" strike="noStrike" u="none">
              <a:solidFill>
                <a:schemeClr val="dk1"/>
              </a:solidFill>
              <a:effectLst/>
              <a:uFillTx/>
              <a:latin typeface="Arial"/>
            </a:endParaRPr>
          </a:p>
        </p:txBody>
      </p:sp>
      <p:sp>
        <p:nvSpPr>
          <p:cNvPr id="16" name="PlaceHolder 9"/>
          <p:cNvSpPr>
            <a:spLocks noGrp="1"/>
          </p:cNvSpPr>
          <p:nvPr>
            <p:ph type="title"/>
          </p:nvPr>
        </p:nvSpPr>
        <p:spPr>
          <a:xfrm>
            <a:off x="228600" y="4563000"/>
            <a:ext cx="865440" cy="310320"/>
          </a:xfrm>
          <a:prstGeom prst="rect">
            <a:avLst/>
          </a:prstGeom>
          <a:noFill/>
          <a:ln w="0">
            <a:noFill/>
          </a:ln>
        </p:spPr>
        <p:txBody>
          <a:bodyPr lIns="91440" rIns="91440" tIns="91440" bIns="91440" anchor="ctr">
            <a:noAutofit/>
          </a:bodyPr>
          <a:p>
            <a:pPr indent="0" algn="ctr">
              <a:lnSpc>
                <a:spcPct val="100000"/>
              </a:lnSpc>
              <a:buNone/>
            </a:pPr>
            <a:r>
              <a:rPr b="0" lang="fr-FR" sz="1800" strike="noStrike" u="none">
                <a:solidFill>
                  <a:schemeClr val="dk2"/>
                </a:solidFill>
                <a:effectLst/>
                <a:uFillTx/>
                <a:latin typeface="Boldonse"/>
                <a:ea typeface="Boldonse"/>
              </a:rPr>
              <a:t>xx%</a:t>
            </a:r>
            <a:endParaRPr b="0" lang="fr-FR" sz="18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bg>
      <p:bgPr>
        <a:solidFill>
          <a:schemeClr val="lt1"/>
        </a:solidFill>
      </p:bgPr>
    </p:bg>
    <p:spTree>
      <p:nvGrpSpPr>
        <p:cNvPr id="1" name=""/>
        <p:cNvGrpSpPr/>
        <p:nvPr/>
      </p:nvGrpSpPr>
      <p:grpSpPr>
        <a:xfrm>
          <a:off x="0" y="0"/>
          <a:ext cx="0" cy="0"/>
          <a:chOff x="0" y="0"/>
          <a:chExt cx="0" cy="0"/>
        </a:xfrm>
      </p:grpSpPr>
      <p:pic>
        <p:nvPicPr>
          <p:cNvPr id="17" name="Google Shape;73;p14" descr=""/>
          <p:cNvPicPr/>
          <p:nvPr/>
        </p:nvPicPr>
        <p:blipFill>
          <a:blip r:embed="rId2"/>
          <a:stretch/>
        </p:blipFill>
        <p:spPr>
          <a:xfrm>
            <a:off x="0" y="0"/>
            <a:ext cx="9143640" cy="5143320"/>
          </a:xfrm>
          <a:prstGeom prst="rect">
            <a:avLst/>
          </a:prstGeom>
          <a:noFill/>
          <a:ln w="0">
            <a:noFill/>
          </a:ln>
        </p:spPr>
      </p:pic>
      <p:sp>
        <p:nvSpPr>
          <p:cNvPr id="18" name="PlaceHolder 1"/>
          <p:cNvSpPr>
            <a:spLocks noGrp="1"/>
          </p:cNvSpPr>
          <p:nvPr>
            <p:ph type="title"/>
          </p:nvPr>
        </p:nvSpPr>
        <p:spPr>
          <a:xfrm>
            <a:off x="228600" y="210240"/>
            <a:ext cx="3881160" cy="14299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19" name="PlaceHolder 2"/>
          <p:cNvSpPr>
            <a:spLocks noGrp="1"/>
          </p:cNvSpPr>
          <p:nvPr>
            <p:ph type="title"/>
          </p:nvPr>
        </p:nvSpPr>
        <p:spPr>
          <a:xfrm>
            <a:off x="228600" y="3171960"/>
            <a:ext cx="2526480" cy="871200"/>
          </a:xfrm>
          <a:prstGeom prst="rect">
            <a:avLst/>
          </a:prstGeom>
          <a:noFill/>
          <a:ln w="0">
            <a:noFill/>
          </a:ln>
        </p:spPr>
        <p:txBody>
          <a:bodyPr lIns="91440" rIns="91440" tIns="91440" bIns="91440" anchor="b">
            <a:noAutofit/>
          </a:bodyPr>
          <a:p>
            <a:pPr indent="0">
              <a:lnSpc>
                <a:spcPct val="100000"/>
              </a:lnSpc>
              <a:buNone/>
            </a:pPr>
            <a:r>
              <a:rPr b="0" lang="fr-FR" sz="2200" strike="noStrike" u="none">
                <a:solidFill>
                  <a:schemeClr val="dk2"/>
                </a:solidFill>
                <a:effectLst/>
                <a:uFillTx/>
                <a:latin typeface="Boldonse"/>
                <a:ea typeface="Boldonse"/>
              </a:rPr>
              <a:t>xx%</a:t>
            </a:r>
            <a:endParaRPr b="0" lang="fr-FR" sz="2200" strike="noStrike" u="none">
              <a:solidFill>
                <a:schemeClr val="dk1"/>
              </a:solidFill>
              <a:effectLst/>
              <a:uFillTx/>
              <a:latin typeface="Arial"/>
            </a:endParaRPr>
          </a:p>
        </p:txBody>
      </p:sp>
      <p:sp>
        <p:nvSpPr>
          <p:cNvPr id="20" name="PlaceHolder 3"/>
          <p:cNvSpPr>
            <a:spLocks noGrp="1"/>
          </p:cNvSpPr>
          <p:nvPr>
            <p:ph type="title"/>
          </p:nvPr>
        </p:nvSpPr>
        <p:spPr>
          <a:xfrm>
            <a:off x="6388920" y="658080"/>
            <a:ext cx="2526480" cy="871200"/>
          </a:xfrm>
          <a:prstGeom prst="rect">
            <a:avLst/>
          </a:prstGeom>
          <a:noFill/>
          <a:ln w="0">
            <a:noFill/>
          </a:ln>
        </p:spPr>
        <p:txBody>
          <a:bodyPr lIns="91440" rIns="91440" tIns="91440" bIns="91440" anchor="b">
            <a:noAutofit/>
          </a:bodyPr>
          <a:p>
            <a:pPr indent="0">
              <a:lnSpc>
                <a:spcPct val="100000"/>
              </a:lnSpc>
              <a:buNone/>
            </a:pPr>
            <a:r>
              <a:rPr b="0" lang="fr-FR" sz="2200" strike="noStrike" u="none">
                <a:solidFill>
                  <a:schemeClr val="dk2"/>
                </a:solidFill>
                <a:effectLst/>
                <a:uFillTx/>
                <a:latin typeface="Boldonse"/>
                <a:ea typeface="Boldonse"/>
              </a:rPr>
              <a:t>xx%</a:t>
            </a:r>
            <a:endParaRPr b="0" lang="fr-FR" sz="2200" strike="noStrike" u="none">
              <a:solidFill>
                <a:schemeClr val="dk1"/>
              </a:solidFill>
              <a:effectLst/>
              <a:uFillTx/>
              <a:latin typeface="Arial"/>
            </a:endParaRPr>
          </a:p>
        </p:txBody>
      </p:sp>
      <p:sp>
        <p:nvSpPr>
          <p:cNvPr id="21" name="PlaceHolder 4"/>
          <p:cNvSpPr>
            <a:spLocks noGrp="1"/>
          </p:cNvSpPr>
          <p:nvPr>
            <p:ph type="title"/>
          </p:nvPr>
        </p:nvSpPr>
        <p:spPr>
          <a:xfrm>
            <a:off x="3308760" y="1915200"/>
            <a:ext cx="2526480" cy="871200"/>
          </a:xfrm>
          <a:prstGeom prst="rect">
            <a:avLst/>
          </a:prstGeom>
          <a:noFill/>
          <a:ln w="0">
            <a:noFill/>
          </a:ln>
        </p:spPr>
        <p:txBody>
          <a:bodyPr lIns="91440" rIns="91440" tIns="91440" bIns="91440" anchor="b">
            <a:noAutofit/>
          </a:bodyPr>
          <a:p>
            <a:pPr indent="0">
              <a:lnSpc>
                <a:spcPct val="100000"/>
              </a:lnSpc>
              <a:buNone/>
            </a:pPr>
            <a:r>
              <a:rPr b="0" lang="fr-FR" sz="2200" strike="noStrike" u="none">
                <a:solidFill>
                  <a:schemeClr val="dk2"/>
                </a:solidFill>
                <a:effectLst/>
                <a:uFillTx/>
                <a:latin typeface="Boldonse"/>
                <a:ea typeface="Boldonse"/>
              </a:rPr>
              <a:t>xx%</a:t>
            </a:r>
            <a:endParaRPr b="0" lang="fr-FR" sz="22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pic>
        <p:nvPicPr>
          <p:cNvPr id="22" name="Google Shape;82;p15" descr=""/>
          <p:cNvPicPr/>
          <p:nvPr/>
        </p:nvPicPr>
        <p:blipFill>
          <a:blip r:embed="rId2"/>
          <a:srcRect l="25868" t="20539" r="2575" b="7906"/>
          <a:stretch/>
        </p:blipFill>
        <p:spPr>
          <a:xfrm>
            <a:off x="0" y="0"/>
            <a:ext cx="9143640" cy="5143320"/>
          </a:xfrm>
          <a:prstGeom prst="rect">
            <a:avLst/>
          </a:prstGeom>
          <a:noFill/>
          <a:ln w="0">
            <a:noFill/>
          </a:ln>
        </p:spPr>
      </p:pic>
      <p:sp>
        <p:nvSpPr>
          <p:cNvPr id="23" name="PlaceHolder 1"/>
          <p:cNvSpPr>
            <a:spLocks noGrp="1"/>
          </p:cNvSpPr>
          <p:nvPr>
            <p:ph type="title"/>
          </p:nvPr>
        </p:nvSpPr>
        <p:spPr>
          <a:xfrm>
            <a:off x="228600" y="444960"/>
            <a:ext cx="7717320" cy="1645560"/>
          </a:xfrm>
          <a:prstGeom prst="rect">
            <a:avLst/>
          </a:prstGeom>
          <a:no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
        <p:nvSpPr>
          <p:cNvPr id="24" name="Google Shape;85;p15"/>
          <p:cNvSpPr/>
          <p:nvPr/>
        </p:nvSpPr>
        <p:spPr>
          <a:xfrm rot="16200000">
            <a:off x="925560" y="2377440"/>
            <a:ext cx="2537640" cy="2537640"/>
          </a:xfrm>
          <a:prstGeom prst="ellipse">
            <a:avLst/>
          </a:prstGeom>
          <a:noFill/>
          <a:ln w="7225">
            <a:solidFill>
              <a:srgbClr val="ffffff"/>
            </a:solidFill>
            <a:round/>
          </a:ln>
        </p:spPr>
        <p:style>
          <a:lnRef idx="0"/>
          <a:fillRef idx="0"/>
          <a:effectRef idx="0"/>
          <a:fontRef idx="minor"/>
        </p:style>
        <p:txBody>
          <a:bodyPr lIns="69120" rIns="69120" tIns="69120" bIns="691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 name="Google Shape;86;p15"/>
          <p:cNvSpPr/>
          <p:nvPr/>
        </p:nvSpPr>
        <p:spPr>
          <a:xfrm rot="16200000">
            <a:off x="-612000" y="2377440"/>
            <a:ext cx="2537640" cy="2537640"/>
          </a:xfrm>
          <a:prstGeom prst="ellipse">
            <a:avLst/>
          </a:prstGeom>
          <a:noFill/>
          <a:ln w="7225">
            <a:solidFill>
              <a:srgbClr val="ffffff"/>
            </a:solidFill>
            <a:round/>
          </a:ln>
        </p:spPr>
        <p:style>
          <a:lnRef idx="0"/>
          <a:fillRef idx="0"/>
          <a:effectRef idx="0"/>
          <a:fontRef idx="minor"/>
        </p:style>
        <p:txBody>
          <a:bodyPr lIns="69120" rIns="69120" tIns="69120" bIns="691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pic>
        <p:nvPicPr>
          <p:cNvPr id="27" name="Google Shape;88;p16" descr=""/>
          <p:cNvPicPr/>
          <p:nvPr/>
        </p:nvPicPr>
        <p:blipFill>
          <a:blip r:embed="rId2"/>
          <a:srcRect l="26697" t="3696" r="4992" b="27993"/>
          <a:stretch/>
        </p:blipFill>
        <p:spPr>
          <a:xfrm>
            <a:off x="0" y="0"/>
            <a:ext cx="9143640" cy="5143320"/>
          </a:xfrm>
          <a:prstGeom prst="rect">
            <a:avLst/>
          </a:prstGeom>
          <a:noFill/>
          <a:ln w="0">
            <a:noFill/>
          </a:ln>
        </p:spPr>
      </p:pic>
      <p:sp>
        <p:nvSpPr>
          <p:cNvPr id="28" name="PlaceHolder 1"/>
          <p:cNvSpPr>
            <a:spLocks noGrp="1"/>
          </p:cNvSpPr>
          <p:nvPr>
            <p:ph type="title"/>
          </p:nvPr>
        </p:nvSpPr>
        <p:spPr>
          <a:xfrm>
            <a:off x="228600" y="3932280"/>
            <a:ext cx="4294440" cy="98208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29" name="PlaceHolder 2"/>
          <p:cNvSpPr>
            <a:spLocks noGrp="1"/>
          </p:cNvSpPr>
          <p:nvPr>
            <p:ph type="body"/>
          </p:nvPr>
        </p:nvSpPr>
        <p:spPr>
          <a:xfrm>
            <a:off x="4620600" y="228600"/>
            <a:ext cx="4294440" cy="46861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grpSp>
        <p:nvGrpSpPr>
          <p:cNvPr id="30" name="Google Shape;92;p16"/>
          <p:cNvGrpSpPr/>
          <p:nvPr/>
        </p:nvGrpSpPr>
        <p:grpSpPr>
          <a:xfrm>
            <a:off x="316800" y="2302920"/>
            <a:ext cx="2331360" cy="1267920"/>
            <a:chOff x="316800" y="2302920"/>
            <a:chExt cx="2331360" cy="1267920"/>
          </a:xfrm>
        </p:grpSpPr>
        <p:sp>
          <p:nvSpPr>
            <p:cNvPr id="31" name="Google Shape;93;p16"/>
            <p:cNvSpPr/>
            <p:nvPr/>
          </p:nvSpPr>
          <p:spPr>
            <a:xfrm rot="16200000">
              <a:off x="316800" y="2302920"/>
              <a:ext cx="1267920" cy="1267920"/>
            </a:xfrm>
            <a:prstGeom prst="ellipse">
              <a:avLst/>
            </a:prstGeom>
            <a:noFill/>
            <a:ln w="9525">
              <a:solidFill>
                <a:srgbClr val="ffffff"/>
              </a:solidFill>
              <a:round/>
            </a:ln>
          </p:spPr>
          <p:style>
            <a:lnRef idx="0"/>
            <a:fillRef idx="0"/>
            <a:effectRef idx="0"/>
            <a:fontRef idx="minor"/>
          </p:style>
          <p:txBody>
            <a:bodyPr lIns="146880" rIns="146880" tIns="146880" bIns="14688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 name="Google Shape;94;p16"/>
            <p:cNvSpPr/>
            <p:nvPr/>
          </p:nvSpPr>
          <p:spPr>
            <a:xfrm rot="16200000">
              <a:off x="848520" y="2302920"/>
              <a:ext cx="1267920" cy="1267920"/>
            </a:xfrm>
            <a:prstGeom prst="ellipse">
              <a:avLst/>
            </a:prstGeom>
            <a:noFill/>
            <a:ln w="9525">
              <a:solidFill>
                <a:srgbClr val="ffffff"/>
              </a:solidFill>
              <a:round/>
            </a:ln>
          </p:spPr>
          <p:style>
            <a:lnRef idx="0"/>
            <a:fillRef idx="0"/>
            <a:effectRef idx="0"/>
            <a:fontRef idx="minor"/>
          </p:style>
          <p:txBody>
            <a:bodyPr lIns="146880" rIns="146880" tIns="146880" bIns="14688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 name="Google Shape;95;p16"/>
            <p:cNvSpPr/>
            <p:nvPr/>
          </p:nvSpPr>
          <p:spPr>
            <a:xfrm rot="16200000">
              <a:off x="1380240" y="2302920"/>
              <a:ext cx="1267920" cy="1267920"/>
            </a:xfrm>
            <a:prstGeom prst="ellipse">
              <a:avLst/>
            </a:prstGeom>
            <a:noFill/>
            <a:ln w="9525">
              <a:solidFill>
                <a:srgbClr val="ffffff"/>
              </a:solidFill>
              <a:round/>
            </a:ln>
          </p:spPr>
          <p:style>
            <a:lnRef idx="0"/>
            <a:fillRef idx="0"/>
            <a:effectRef idx="0"/>
            <a:fontRef idx="minor"/>
          </p:style>
          <p:txBody>
            <a:bodyPr lIns="146880" rIns="146880" tIns="146880" bIns="14688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pic>
        <p:nvPicPr>
          <p:cNvPr id="34" name="Google Shape;97;p17" descr=""/>
          <p:cNvPicPr/>
          <p:nvPr/>
        </p:nvPicPr>
        <p:blipFill>
          <a:blip r:embed="rId2"/>
          <a:stretch/>
        </p:blipFill>
        <p:spPr>
          <a:xfrm>
            <a:off x="0" y="0"/>
            <a:ext cx="9143640" cy="5143320"/>
          </a:xfrm>
          <a:prstGeom prst="rect">
            <a:avLst/>
          </a:prstGeom>
          <a:noFill/>
          <a:ln w="0">
            <a:noFill/>
          </a:ln>
        </p:spPr>
      </p:pic>
      <p:sp>
        <p:nvSpPr>
          <p:cNvPr id="35" name="PlaceHolder 1"/>
          <p:cNvSpPr>
            <a:spLocks noGrp="1"/>
          </p:cNvSpPr>
          <p:nvPr>
            <p:ph type="title"/>
          </p:nvPr>
        </p:nvSpPr>
        <p:spPr>
          <a:xfrm>
            <a:off x="228600" y="231120"/>
            <a:ext cx="8686800" cy="10206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36" name="PlaceHolder 2"/>
          <p:cNvSpPr>
            <a:spLocks noGrp="1"/>
          </p:cNvSpPr>
          <p:nvPr>
            <p:ph type="title"/>
          </p:nvPr>
        </p:nvSpPr>
        <p:spPr>
          <a:xfrm>
            <a:off x="3972960" y="2543400"/>
            <a:ext cx="67860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2"/>
                </a:solidFill>
                <a:effectLst/>
                <a:uFillTx/>
                <a:latin typeface="Boldonse"/>
                <a:ea typeface="Boldonse"/>
              </a:rPr>
              <a:t>xx%</a:t>
            </a:r>
            <a:endParaRPr b="0" lang="fr-FR" sz="2000" strike="noStrike" u="none">
              <a:solidFill>
                <a:schemeClr val="dk1"/>
              </a:solidFill>
              <a:effectLst/>
              <a:uFillTx/>
              <a:latin typeface="Arial"/>
            </a:endParaRPr>
          </a:p>
        </p:txBody>
      </p:sp>
      <p:sp>
        <p:nvSpPr>
          <p:cNvPr id="37" name="PlaceHolder 3"/>
          <p:cNvSpPr>
            <a:spLocks noGrp="1"/>
          </p:cNvSpPr>
          <p:nvPr>
            <p:ph type="title"/>
          </p:nvPr>
        </p:nvSpPr>
        <p:spPr>
          <a:xfrm>
            <a:off x="3973680" y="1498320"/>
            <a:ext cx="67752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2"/>
                </a:solidFill>
                <a:effectLst/>
                <a:uFillTx/>
                <a:latin typeface="Boldonse"/>
                <a:ea typeface="Boldonse"/>
              </a:rPr>
              <a:t>xx%</a:t>
            </a:r>
            <a:endParaRPr b="0" lang="fr-FR" sz="2000" strike="noStrike" u="none">
              <a:solidFill>
                <a:schemeClr val="dk1"/>
              </a:solidFill>
              <a:effectLst/>
              <a:uFillTx/>
              <a:latin typeface="Arial"/>
            </a:endParaRPr>
          </a:p>
        </p:txBody>
      </p:sp>
      <p:sp>
        <p:nvSpPr>
          <p:cNvPr id="38" name="PlaceHolder 4"/>
          <p:cNvSpPr>
            <a:spLocks noGrp="1"/>
          </p:cNvSpPr>
          <p:nvPr>
            <p:ph type="title"/>
          </p:nvPr>
        </p:nvSpPr>
        <p:spPr>
          <a:xfrm>
            <a:off x="3972960" y="3588840"/>
            <a:ext cx="678600" cy="310320"/>
          </a:xfrm>
          <a:prstGeom prst="rect">
            <a:avLst/>
          </a:prstGeom>
          <a:noFill/>
          <a:ln w="0">
            <a:noFill/>
          </a:ln>
        </p:spPr>
        <p:txBody>
          <a:bodyPr lIns="91440" rIns="91440" tIns="91440" bIns="91440" anchor="ctr">
            <a:noAutofit/>
          </a:bodyPr>
          <a:p>
            <a:pPr indent="0" algn="ctr">
              <a:lnSpc>
                <a:spcPct val="100000"/>
              </a:lnSpc>
              <a:buNone/>
            </a:pPr>
            <a:r>
              <a:rPr b="0" lang="fr-FR" sz="2000" strike="noStrike" u="none">
                <a:solidFill>
                  <a:schemeClr val="dk2"/>
                </a:solidFill>
                <a:effectLst/>
                <a:uFillTx/>
                <a:latin typeface="Boldonse"/>
                <a:ea typeface="Boldonse"/>
              </a:rPr>
              <a:t>xx%</a:t>
            </a:r>
            <a:endParaRPr b="0" lang="fr-FR" sz="20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2">
    <p:bg>
      <p:bgPr>
        <a:solidFill>
          <a:schemeClr val="lt1"/>
        </a:solidFill>
      </p:bgPr>
    </p:bg>
    <p:spTree>
      <p:nvGrpSpPr>
        <p:cNvPr id="1" name=""/>
        <p:cNvGrpSpPr/>
        <p:nvPr/>
      </p:nvGrpSpPr>
      <p:grpSpPr>
        <a:xfrm>
          <a:off x="0" y="0"/>
          <a:ext cx="0" cy="0"/>
          <a:chOff x="0" y="0"/>
          <a:chExt cx="0" cy="0"/>
        </a:xfrm>
      </p:grpSpPr>
      <p:pic>
        <p:nvPicPr>
          <p:cNvPr id="39" name="Google Shape;107;p18" descr=""/>
          <p:cNvPicPr/>
          <p:nvPr/>
        </p:nvPicPr>
        <p:blipFill>
          <a:blip r:embed="rId2"/>
          <a:stretch/>
        </p:blipFill>
        <p:spPr>
          <a:xfrm>
            <a:off x="0" y="0"/>
            <a:ext cx="9143640" cy="5143320"/>
          </a:xfrm>
          <a:prstGeom prst="rect">
            <a:avLst/>
          </a:prstGeom>
          <a:noFill/>
          <a:ln w="0">
            <a:noFill/>
          </a:ln>
        </p:spPr>
      </p:pic>
      <p:sp>
        <p:nvSpPr>
          <p:cNvPr id="40"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pic>
        <p:nvPicPr>
          <p:cNvPr id="41" name="Google Shape;110;p19" descr=""/>
          <p:cNvPicPr/>
          <p:nvPr/>
        </p:nvPicPr>
        <p:blipFill>
          <a:blip r:embed="rId2"/>
          <a:stretch/>
        </p:blipFill>
        <p:spPr>
          <a:xfrm>
            <a:off x="0" y="0"/>
            <a:ext cx="9143640" cy="5143320"/>
          </a:xfrm>
          <a:prstGeom prst="rect">
            <a:avLst/>
          </a:prstGeom>
          <a:noFill/>
          <a:ln w="0">
            <a:noFill/>
          </a:ln>
        </p:spPr>
      </p:pic>
      <p:sp>
        <p:nvSpPr>
          <p:cNvPr id="42" name="PlaceHolder 1"/>
          <p:cNvSpPr>
            <a:spLocks noGrp="1"/>
          </p:cNvSpPr>
          <p:nvPr>
            <p:ph type="title"/>
          </p:nvPr>
        </p:nvSpPr>
        <p:spPr>
          <a:xfrm>
            <a:off x="228600" y="3542400"/>
            <a:ext cx="3593520" cy="13723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pic>
        <p:nvPicPr>
          <p:cNvPr id="43" name="Google Shape;121;p20" descr=""/>
          <p:cNvPicPr/>
          <p:nvPr/>
        </p:nvPicPr>
        <p:blipFill>
          <a:blip r:embed="rId2"/>
          <a:stretch/>
        </p:blipFill>
        <p:spPr>
          <a:xfrm>
            <a:off x="0" y="0"/>
            <a:ext cx="9143640" cy="5143320"/>
          </a:xfrm>
          <a:prstGeom prst="rect">
            <a:avLst/>
          </a:prstGeom>
          <a:noFill/>
          <a:ln w="0">
            <a:noFill/>
          </a:ln>
        </p:spPr>
      </p:pic>
      <p:sp>
        <p:nvSpPr>
          <p:cNvPr id="44" name="PlaceHolder 1"/>
          <p:cNvSpPr>
            <a:spLocks noGrp="1"/>
          </p:cNvSpPr>
          <p:nvPr>
            <p:ph type="title"/>
          </p:nvPr>
        </p:nvSpPr>
        <p:spPr>
          <a:xfrm>
            <a:off x="3162600" y="1759320"/>
            <a:ext cx="5752800" cy="3155760"/>
          </a:xfrm>
          <a:prstGeom prst="rect">
            <a:avLst/>
          </a:prstGeom>
          <a:noFill/>
          <a:ln w="0">
            <a:noFill/>
          </a:ln>
        </p:spPr>
        <p:txBody>
          <a:bodyPr lIns="91440" rIns="91440" tIns="91440" bIns="91440" anchor="b">
            <a:noAutofit/>
          </a:bodyPr>
          <a:p>
            <a:pPr indent="0">
              <a:buNone/>
            </a:pPr>
            <a:r>
              <a:rPr b="0" lang="fr-FR" sz="8600" strike="noStrike" u="none">
                <a:solidFill>
                  <a:schemeClr val="dk1"/>
                </a:solidFill>
                <a:effectLst/>
                <a:uFillTx/>
                <a:latin typeface="Arial"/>
              </a:rPr>
              <a:t>Click to edit the title text format</a:t>
            </a:r>
            <a:endParaRPr b="0" lang="fr-FR" sz="8600" strike="noStrike" u="none">
              <a:solidFill>
                <a:schemeClr val="dk1"/>
              </a:solidFill>
              <a:effectLst/>
              <a:uFillTx/>
              <a:latin typeface="Arial"/>
            </a:endParaRPr>
          </a:p>
        </p:txBody>
      </p:sp>
      <p:sp>
        <p:nvSpPr>
          <p:cNvPr id="45" name="Google Shape;124;p20"/>
          <p:cNvSpPr/>
          <p:nvPr/>
        </p:nvSpPr>
        <p:spPr>
          <a:xfrm>
            <a:off x="838080" y="1565640"/>
            <a:ext cx="2471040" cy="750960"/>
          </a:xfrm>
          <a:prstGeom prst="rect">
            <a:avLst/>
          </a:prstGeom>
          <a:noFill/>
          <a:ln w="0">
            <a:noFill/>
          </a:ln>
        </p:spPr>
        <p:style>
          <a:lnRef idx="0"/>
          <a:fillRef idx="0"/>
          <a:effectRef idx="0"/>
          <a:fontRef idx="minor"/>
        </p:style>
        <p:txBody>
          <a:bodyPr tIns="91440" bIns="91440" anchor="t">
            <a:noAutofit/>
          </a:bodyPr>
          <a:p>
            <a:pPr defTabSz="914400">
              <a:lnSpc>
                <a:spcPct val="100000"/>
              </a:lnSpc>
              <a:tabLst>
                <a:tab algn="l" pos="0"/>
              </a:tabLst>
            </a:pPr>
            <a:r>
              <a:rPr b="1" lang="en" sz="1000" strike="noStrike" u="none">
                <a:solidFill>
                  <a:schemeClr val="dk1"/>
                </a:solidFill>
                <a:effectLst/>
                <a:uFillTx/>
                <a:latin typeface="Epilogue"/>
                <a:ea typeface="Epilogue"/>
              </a:rPr>
              <a:t>CREDITS:</a:t>
            </a:r>
            <a:r>
              <a:rPr b="0" lang="en" sz="1000" strike="noStrike" u="none">
                <a:solidFill>
                  <a:schemeClr val="dk1"/>
                </a:solidFill>
                <a:effectLst/>
                <a:uFillTx/>
                <a:latin typeface="Epilogue"/>
                <a:ea typeface="Epilogue"/>
              </a:rPr>
              <a:t> This presentation template was created by </a:t>
            </a:r>
            <a:r>
              <a:rPr b="1" lang="en" sz="1000" strike="noStrike" u="sng">
                <a:solidFill>
                  <a:schemeClr val="dk1"/>
                </a:solidFill>
                <a:effectLst/>
                <a:uFillTx/>
                <a:latin typeface="Epilogue"/>
                <a:ea typeface="Epilogue"/>
                <a:hlinkClick r:id="rId3"/>
              </a:rPr>
              <a:t>Slidesgo</a:t>
            </a:r>
            <a:r>
              <a:rPr b="0" lang="en" sz="1000" strike="noStrike" u="none">
                <a:solidFill>
                  <a:schemeClr val="dk1"/>
                </a:solidFill>
                <a:effectLst/>
                <a:uFillTx/>
                <a:latin typeface="Epilogue"/>
                <a:ea typeface="Epilogue"/>
              </a:rPr>
              <a:t>, and includes icons, infographics &amp; images by </a:t>
            </a:r>
            <a:r>
              <a:rPr b="1" lang="en" sz="1000" strike="noStrike" u="sng">
                <a:solidFill>
                  <a:schemeClr val="dk1"/>
                </a:solidFill>
                <a:effectLst/>
                <a:uFillTx/>
                <a:latin typeface="Epilogue"/>
                <a:ea typeface="Epilogue"/>
                <a:hlinkClick r:id="rId4"/>
              </a:rPr>
              <a:t>Freepik</a:t>
            </a:r>
            <a:r>
              <a:rPr b="0" lang="en" sz="1000" strike="noStrike" u="none">
                <a:solidFill>
                  <a:schemeClr val="dk1"/>
                </a:solidFill>
                <a:effectLst/>
                <a:uFillTx/>
                <a:latin typeface="Epilogue"/>
                <a:ea typeface="Epilogue"/>
              </a:rPr>
              <a:t> </a:t>
            </a:r>
            <a:endParaRPr b="0" lang="en-US" sz="1000" strike="noStrike" u="none">
              <a:solidFill>
                <a:srgbClr val="000000"/>
              </a:solidFill>
              <a:effectLst/>
              <a:uFillTx/>
              <a:latin typeface="OpenSymbo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pic>
        <p:nvPicPr>
          <p:cNvPr id="46" name="Google Shape;15;p3" descr=""/>
          <p:cNvPicPr/>
          <p:nvPr/>
        </p:nvPicPr>
        <p:blipFill>
          <a:blip r:embed="rId2"/>
          <a:stretch/>
        </p:blipFill>
        <p:spPr>
          <a:xfrm>
            <a:off x="0" y="0"/>
            <a:ext cx="9143640" cy="5143320"/>
          </a:xfrm>
          <a:prstGeom prst="rect">
            <a:avLst/>
          </a:prstGeom>
          <a:noFill/>
          <a:ln w="0">
            <a:noFill/>
          </a:ln>
        </p:spPr>
      </p:pic>
      <p:sp>
        <p:nvSpPr>
          <p:cNvPr id="47" name="PlaceHolder 1"/>
          <p:cNvSpPr>
            <a:spLocks noGrp="1"/>
          </p:cNvSpPr>
          <p:nvPr>
            <p:ph type="title"/>
          </p:nvPr>
        </p:nvSpPr>
        <p:spPr>
          <a:xfrm>
            <a:off x="4569120" y="3403440"/>
            <a:ext cx="4345920" cy="151092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48" name="PlaceHolder 2"/>
          <p:cNvSpPr>
            <a:spLocks noGrp="1"/>
          </p:cNvSpPr>
          <p:nvPr>
            <p:ph type="title"/>
          </p:nvPr>
        </p:nvSpPr>
        <p:spPr>
          <a:xfrm>
            <a:off x="193320" y="228600"/>
            <a:ext cx="1651680" cy="1285920"/>
          </a:xfrm>
          <a:prstGeom prst="rect">
            <a:avLst/>
          </a:prstGeom>
          <a:noFill/>
          <a:ln w="0">
            <a:noFill/>
          </a:ln>
        </p:spPr>
        <p:txBody>
          <a:bodyPr lIns="91440" rIns="91440" tIns="91440" bIns="91440" anchor="b">
            <a:noAutofit/>
          </a:bodyPr>
          <a:p>
            <a:pPr indent="0">
              <a:lnSpc>
                <a:spcPct val="100000"/>
              </a:lnSpc>
              <a:buNone/>
            </a:pPr>
            <a:r>
              <a:rPr b="0" lang="fr-FR" sz="6000" strike="noStrike" u="none">
                <a:solidFill>
                  <a:schemeClr val="dk1"/>
                </a:solidFill>
                <a:effectLst/>
                <a:uFillTx/>
                <a:latin typeface="Boldonse"/>
                <a:ea typeface="Boldonse"/>
              </a:rPr>
              <a:t>xx%</a:t>
            </a:r>
            <a:endParaRPr b="0" lang="fr-FR" sz="6000" strike="noStrike" u="none">
              <a:solidFill>
                <a:schemeClr val="dk1"/>
              </a:solidFill>
              <a:effectLst/>
              <a:uFillTx/>
              <a:latin typeface="Arial"/>
            </a:endParaRPr>
          </a:p>
        </p:txBody>
      </p:sp>
      <p:sp>
        <p:nvSpPr>
          <p:cNvPr id="49" name="Google Shape;18;p3"/>
          <p:cNvSpPr/>
          <p:nvPr/>
        </p:nvSpPr>
        <p:spPr>
          <a:xfrm rot="5400000">
            <a:off x="4668480" y="228240"/>
            <a:ext cx="2309760" cy="2309760"/>
          </a:xfrm>
          <a:prstGeom prst="ellipse">
            <a:avLst/>
          </a:prstGeom>
          <a:noFill/>
          <a:ln w="7700">
            <a:solidFill>
              <a:srgbClr val="ffffff"/>
            </a:solidFill>
            <a:round/>
          </a:ln>
        </p:spPr>
        <p:style>
          <a:lnRef idx="0"/>
          <a:fillRef idx="0"/>
          <a:effectRef idx="0"/>
          <a:fontRef idx="minor"/>
        </p:style>
        <p:txBody>
          <a:bodyPr lIns="267480" rIns="267480" tIns="267480" bIns="26748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0" name="Google Shape;19;p3"/>
          <p:cNvSpPr/>
          <p:nvPr/>
        </p:nvSpPr>
        <p:spPr>
          <a:xfrm rot="5400000">
            <a:off x="5637240" y="228240"/>
            <a:ext cx="2309760" cy="2309760"/>
          </a:xfrm>
          <a:prstGeom prst="ellipse">
            <a:avLst/>
          </a:prstGeom>
          <a:noFill/>
          <a:ln w="7700">
            <a:solidFill>
              <a:srgbClr val="ffffff"/>
            </a:solidFill>
            <a:round/>
          </a:ln>
        </p:spPr>
        <p:style>
          <a:lnRef idx="0"/>
          <a:fillRef idx="0"/>
          <a:effectRef idx="0"/>
          <a:fontRef idx="minor"/>
        </p:style>
        <p:txBody>
          <a:bodyPr lIns="267480" rIns="267480" tIns="267480" bIns="26748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1" name="Google Shape;20;p3"/>
          <p:cNvSpPr/>
          <p:nvPr/>
        </p:nvSpPr>
        <p:spPr>
          <a:xfrm rot="5400000">
            <a:off x="6605640" y="228240"/>
            <a:ext cx="2309760" cy="2309760"/>
          </a:xfrm>
          <a:prstGeom prst="ellipse">
            <a:avLst/>
          </a:prstGeom>
          <a:noFill/>
          <a:ln w="7700">
            <a:solidFill>
              <a:srgbClr val="ffffff"/>
            </a:solidFill>
            <a:round/>
          </a:ln>
        </p:spPr>
        <p:style>
          <a:lnRef idx="0"/>
          <a:fillRef idx="0"/>
          <a:effectRef idx="0"/>
          <a:fontRef idx="minor"/>
        </p:style>
        <p:txBody>
          <a:bodyPr lIns="267480" rIns="267480" tIns="267480" bIns="26748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pic>
        <p:nvPicPr>
          <p:cNvPr id="52" name="Google Shape;126;p21" descr=""/>
          <p:cNvPicPr/>
          <p:nvPr/>
        </p:nvPicPr>
        <p:blipFill>
          <a:blip r:embed="rId2"/>
          <a:srcRect l="13439" t="1813" r="1429" b="13057"/>
          <a:stretch/>
        </p:blipFill>
        <p:spPr>
          <a:xfrm>
            <a:off x="0" y="0"/>
            <a:ext cx="9143640" cy="5143320"/>
          </a:xfrm>
          <a:prstGeom prst="rect">
            <a:avLst/>
          </a:prstGeom>
          <a:noFill/>
          <a:ln w="0">
            <a:noFill/>
          </a:ln>
        </p:spPr>
      </p:pic>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pic>
        <p:nvPicPr>
          <p:cNvPr id="53" name="Google Shape;128;p22" descr=""/>
          <p:cNvPicPr/>
          <p:nvPr/>
        </p:nvPicPr>
        <p:blipFill>
          <a:blip r:embed="rId2"/>
          <a:srcRect l="13343" t="13344" r="0" b="0"/>
          <a:stretch/>
        </p:blipFill>
        <p:spPr>
          <a:xfrm>
            <a:off x="0" y="0"/>
            <a:ext cx="9143640" cy="5143320"/>
          </a:xfrm>
          <a:prstGeom prst="rect">
            <a:avLst/>
          </a:prstGeom>
          <a:noFill/>
          <a:ln w="0">
            <a:noFill/>
          </a:ln>
        </p:spPr>
      </p:pic>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55" name="PlaceHolder 2"/>
          <p:cNvSpPr>
            <a:spLocks noGrp="1"/>
          </p:cNvSpPr>
          <p:nvPr>
            <p:ph type="body"/>
          </p:nvPr>
        </p:nvSpPr>
        <p:spPr>
          <a:xfrm>
            <a:off x="228600" y="999360"/>
            <a:ext cx="770364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pic>
        <p:nvPicPr>
          <p:cNvPr id="56" name="Google Shape;25;p5" descr=""/>
          <p:cNvPicPr/>
          <p:nvPr/>
        </p:nvPicPr>
        <p:blipFill>
          <a:blip r:embed="rId2"/>
          <a:srcRect l="24217" t="1267" r="4228" b="27178"/>
          <a:stretch/>
        </p:blipFill>
        <p:spPr>
          <a:xfrm>
            <a:off x="0" y="0"/>
            <a:ext cx="9143640" cy="5143320"/>
          </a:xfrm>
          <a:prstGeom prst="rect">
            <a:avLst/>
          </a:prstGeom>
          <a:noFill/>
          <a:ln w="0">
            <a:noFill/>
          </a:ln>
        </p:spPr>
      </p:pic>
      <p:sp>
        <p:nvSpPr>
          <p:cNvPr id="57" name="PlaceHolder 1"/>
          <p:cNvSpPr>
            <a:spLocks noGrp="1"/>
          </p:cNvSpPr>
          <p:nvPr>
            <p:ph type="title"/>
          </p:nvPr>
        </p:nvSpPr>
        <p:spPr>
          <a:xfrm>
            <a:off x="228600" y="634320"/>
            <a:ext cx="6066000" cy="15127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pic>
        <p:nvPicPr>
          <p:cNvPr id="58" name="Google Shape;32;p6" descr=""/>
          <p:cNvPicPr/>
          <p:nvPr/>
        </p:nvPicPr>
        <p:blipFill>
          <a:blip r:embed="rId2"/>
          <a:stretch/>
        </p:blipFill>
        <p:spPr>
          <a:xfrm>
            <a:off x="0" y="0"/>
            <a:ext cx="9143640" cy="5143320"/>
          </a:xfrm>
          <a:prstGeom prst="rect">
            <a:avLst/>
          </a:prstGeom>
          <a:noFill/>
          <a:ln w="0">
            <a:noFill/>
          </a:ln>
        </p:spPr>
      </p:pic>
      <p:sp>
        <p:nvSpPr>
          <p:cNvPr id="59"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pic>
        <p:nvPicPr>
          <p:cNvPr id="60" name="Google Shape;35;p7" descr=""/>
          <p:cNvPicPr/>
          <p:nvPr/>
        </p:nvPicPr>
        <p:blipFill>
          <a:blip r:embed="rId2"/>
          <a:stretch/>
        </p:blipFill>
        <p:spPr>
          <a:xfrm>
            <a:off x="0" y="0"/>
            <a:ext cx="9143640" cy="5143320"/>
          </a:xfrm>
          <a:prstGeom prst="rect">
            <a:avLst/>
          </a:prstGeom>
          <a:noFill/>
          <a:ln w="0">
            <a:noFill/>
          </a:ln>
        </p:spPr>
      </p:pic>
      <p:sp>
        <p:nvSpPr>
          <p:cNvPr id="61" name="PlaceHolder 1"/>
          <p:cNvSpPr>
            <a:spLocks noGrp="1"/>
          </p:cNvSpPr>
          <p:nvPr>
            <p:ph type="title"/>
          </p:nvPr>
        </p:nvSpPr>
        <p:spPr>
          <a:xfrm>
            <a:off x="720000" y="444960"/>
            <a:ext cx="476352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pic>
        <p:nvPicPr>
          <p:cNvPr id="62" name="Google Shape;39;p8" descr=""/>
          <p:cNvPicPr/>
          <p:nvPr/>
        </p:nvPicPr>
        <p:blipFill>
          <a:blip r:embed="rId2"/>
          <a:srcRect l="13439" t="1813" r="1429" b="13057"/>
          <a:stretch/>
        </p:blipFill>
        <p:spPr>
          <a:xfrm>
            <a:off x="0" y="0"/>
            <a:ext cx="9143640" cy="5143320"/>
          </a:xfrm>
          <a:prstGeom prst="rect">
            <a:avLst/>
          </a:prstGeom>
          <a:noFill/>
          <a:ln w="0">
            <a:noFill/>
          </a:ln>
        </p:spPr>
      </p:pic>
      <p:sp>
        <p:nvSpPr>
          <p:cNvPr id="63" name="PlaceHolder 1"/>
          <p:cNvSpPr>
            <a:spLocks noGrp="1"/>
          </p:cNvSpPr>
          <p:nvPr>
            <p:ph type="title"/>
          </p:nvPr>
        </p:nvSpPr>
        <p:spPr>
          <a:xfrm>
            <a:off x="1768680" y="1307160"/>
            <a:ext cx="560664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pic>
        <p:nvPicPr>
          <p:cNvPr id="64" name="Google Shape;42;p9" descr=""/>
          <p:cNvPicPr/>
          <p:nvPr/>
        </p:nvPicPr>
        <p:blipFill>
          <a:blip r:embed="rId2"/>
          <a:stretch/>
        </p:blipFill>
        <p:spPr>
          <a:xfrm>
            <a:off x="0" y="0"/>
            <a:ext cx="9143640" cy="5143320"/>
          </a:xfrm>
          <a:prstGeom prst="rect">
            <a:avLst/>
          </a:prstGeom>
          <a:noFill/>
          <a:ln w="0">
            <a:noFill/>
          </a:ln>
        </p:spPr>
      </p:pic>
      <p:sp>
        <p:nvSpPr>
          <p:cNvPr id="65" name="PlaceHolder 1"/>
          <p:cNvSpPr>
            <a:spLocks noGrp="1"/>
          </p:cNvSpPr>
          <p:nvPr>
            <p:ph type="title"/>
          </p:nvPr>
        </p:nvSpPr>
        <p:spPr>
          <a:xfrm>
            <a:off x="2135520" y="1441800"/>
            <a:ext cx="4872600" cy="118692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67" name="PlaceHolder 2"/>
          <p:cNvSpPr>
            <a:spLocks noGrp="1"/>
          </p:cNvSpPr>
          <p:nvPr>
            <p:ph type="title"/>
          </p:nvPr>
        </p:nvSpPr>
        <p:spPr>
          <a:xfrm>
            <a:off x="720000" y="4014360"/>
            <a:ext cx="7703640" cy="572400"/>
          </a:xfrm>
          <a:prstGeom prst="rect">
            <a:avLst/>
          </a:prstGeom>
          <a:solidFill>
            <a:schemeClr val="lt2"/>
          </a:solid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68" name="Google Shape;134;p25"/>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9"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70" name="Google Shape;137;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1"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72"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2"/>
    <p:sldLayoutId id="2147483672" r:id="rId3"/>
    <p:sldLayoutId id="214748367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228600" y="571680"/>
            <a:ext cx="5143320" cy="1437840"/>
          </a:xfrm>
          <a:prstGeom prst="rect">
            <a:avLst/>
          </a:prstGeom>
          <a:noFill/>
          <a:ln w="0">
            <a:noFill/>
          </a:ln>
        </p:spPr>
        <p:txBody>
          <a:bodyPr lIns="91440" rIns="91440" tIns="91440" bIns="91440" anchor="b">
            <a:normAutofit/>
          </a:bodyPr>
          <a:p>
            <a:pPr indent="0">
              <a:lnSpc>
                <a:spcPct val="115000"/>
              </a:lnSpc>
              <a:buNone/>
              <a:tabLst>
                <a:tab algn="l" pos="0"/>
              </a:tabLst>
            </a:pPr>
            <a:r>
              <a:rPr b="0" lang="en-US" sz="3200" strike="noStrike" u="none">
                <a:solidFill>
                  <a:schemeClr val="dk1"/>
                </a:solidFill>
                <a:effectLst/>
                <a:uFillTx/>
                <a:latin typeface="Boldonse"/>
                <a:ea typeface="Boldonse"/>
              </a:rPr>
              <a:t>Facility Layout</a:t>
            </a:r>
            <a:endParaRPr b="0" lang="fr-FR" sz="3200" strike="noStrike" u="none">
              <a:solidFill>
                <a:schemeClr val="dk1"/>
              </a:solidFill>
              <a:effectLst/>
              <a:uFillTx/>
              <a:latin typeface="Arial"/>
            </a:endParaRPr>
          </a:p>
        </p:txBody>
      </p:sp>
      <p:sp>
        <p:nvSpPr>
          <p:cNvPr id="74" name="PlaceHolder 2"/>
          <p:cNvSpPr>
            <a:spLocks noGrp="1"/>
          </p:cNvSpPr>
          <p:nvPr>
            <p:ph type="subTitle"/>
          </p:nvPr>
        </p:nvSpPr>
        <p:spPr>
          <a:xfrm>
            <a:off x="228600" y="2019240"/>
            <a:ext cx="2990520" cy="723600"/>
          </a:xfrm>
          <a:prstGeom prst="rect">
            <a:avLst/>
          </a:prstGeom>
          <a:noFill/>
          <a:ln w="0">
            <a:noFill/>
          </a:ln>
        </p:spPr>
        <p:txBody>
          <a:bodyPr lIns="91440" rIns="91440" tIns="91440" bIns="91440" anchor="t">
            <a:normAutofit/>
          </a:bodyPr>
          <a:p>
            <a:pPr indent="0">
              <a:lnSpc>
                <a:spcPct val="100000"/>
              </a:lnSpc>
              <a:buNone/>
              <a:tabLst>
                <a:tab algn="l" pos="0"/>
              </a:tabLst>
            </a:pPr>
            <a:r>
              <a:rPr b="0" lang="en-US" sz="1600" strike="noStrike" u="none">
                <a:solidFill>
                  <a:schemeClr val="dk1"/>
                </a:solidFill>
                <a:effectLst/>
                <a:uFillTx/>
                <a:latin typeface="Epilogue"/>
                <a:ea typeface="Epilogue"/>
              </a:rPr>
              <a:t>ABC Shipyard Operational Improvement</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subTitle"/>
          </p:nvPr>
        </p:nvSpPr>
        <p:spPr>
          <a:xfrm>
            <a:off x="228600" y="228600"/>
            <a:ext cx="4295520" cy="171432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Epilogue"/>
                <a:ea typeface="Epilogue"/>
              </a:rPr>
              <a:t>ABC Shipyard faces challenges with its current layout limiting throughput for a new order of five Handymax carriers. The objective is to enhance the facility layout to reduce work-in-progress (WIP), improve material flow, and accelerate shipbuilding speed, aligning operations with production goals.</a:t>
            </a:r>
            <a:endParaRPr b="0" lang="en-US" sz="1200" strike="noStrike" u="none">
              <a:solidFill>
                <a:srgbClr val="000000"/>
              </a:solidFill>
              <a:effectLst/>
              <a:uFillTx/>
              <a:latin typeface="OpenSymbol"/>
            </a:endParaRPr>
          </a:p>
        </p:txBody>
      </p:sp>
      <p:sp>
        <p:nvSpPr>
          <p:cNvPr id="76" name="Google Shape;236;p32" title="people-working-with-ai-operated-devices (1).jpg"/>
          <p:cNvSpPr/>
          <p:nvPr/>
        </p:nvSpPr>
        <p:spPr>
          <a:xfrm>
            <a:off x="4620600" y="228600"/>
            <a:ext cx="4294440" cy="4686120"/>
          </a:xfrm>
          <a:prstGeom prst="roundRect">
            <a:avLst>
              <a:gd name="adj" fmla="val 9322"/>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
        <p:nvSpPr>
          <p:cNvPr id="77" name="PlaceHolder 2"/>
          <p:cNvSpPr>
            <a:spLocks noGrp="1"/>
          </p:cNvSpPr>
          <p:nvPr>
            <p:ph type="title"/>
          </p:nvPr>
        </p:nvSpPr>
        <p:spPr>
          <a:xfrm>
            <a:off x="228600" y="3933720"/>
            <a:ext cx="4295520" cy="980640"/>
          </a:xfrm>
          <a:prstGeom prst="rect">
            <a:avLst/>
          </a:prstGeom>
          <a:noFill/>
          <a:ln w="0">
            <a:noFill/>
          </a:ln>
        </p:spPr>
        <p:txBody>
          <a:bodyPr lIns="91440" rIns="91440" tIns="91440" bIns="91440" anchor="t">
            <a:normAutofit/>
          </a:bodyPr>
          <a:p>
            <a:pPr indent="0">
              <a:lnSpc>
                <a:spcPct val="115000"/>
              </a:lnSpc>
              <a:buNone/>
              <a:tabLst>
                <a:tab algn="l" pos="0"/>
              </a:tabLst>
            </a:pPr>
            <a:r>
              <a:rPr b="0" lang="en-US" sz="2600" strike="noStrike" u="none">
                <a:solidFill>
                  <a:schemeClr val="dk1"/>
                </a:solidFill>
                <a:effectLst/>
                <a:uFillTx/>
                <a:latin typeface="Boldonse"/>
                <a:ea typeface="Boldonse"/>
              </a:rPr>
              <a:t>Introduction</a:t>
            </a:r>
            <a:endParaRPr b="0" lang="fr-FR" sz="26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228600" y="447840"/>
            <a:ext cx="7714800" cy="1647360"/>
          </a:xfrm>
          <a:prstGeom prst="rect">
            <a:avLst/>
          </a:prstGeom>
          <a:noFill/>
          <a:ln w="0">
            <a:noFill/>
          </a:ln>
        </p:spPr>
        <p:txBody>
          <a:bodyPr lIns="91440" rIns="91440" tIns="91440" bIns="91440" anchor="t">
            <a:normAutofit/>
          </a:bodyPr>
          <a:p>
            <a:pPr indent="0">
              <a:lnSpc>
                <a:spcPct val="115000"/>
              </a:lnSpc>
              <a:buNone/>
              <a:tabLst>
                <a:tab algn="l" pos="0"/>
              </a:tabLst>
            </a:pPr>
            <a:r>
              <a:rPr b="0" lang="en-US" sz="2500" strike="noStrike" u="none">
                <a:solidFill>
                  <a:schemeClr val="dk1"/>
                </a:solidFill>
                <a:effectLst/>
                <a:uFillTx/>
                <a:latin typeface="Boldonse"/>
                <a:ea typeface="Boldonse"/>
              </a:rPr>
              <a:t>Facility Layout Basics</a:t>
            </a:r>
            <a:endParaRPr b="0" lang="fr-FR" sz="2500" strike="noStrike" u="none">
              <a:solidFill>
                <a:schemeClr val="dk1"/>
              </a:solidFill>
              <a:effectLst/>
              <a:uFillTx/>
              <a:latin typeface="Arial"/>
            </a:endParaRPr>
          </a:p>
        </p:txBody>
      </p:sp>
      <p:sp>
        <p:nvSpPr>
          <p:cNvPr id="79" name="PlaceHolder 2"/>
          <p:cNvSpPr>
            <a:spLocks noGrp="1"/>
          </p:cNvSpPr>
          <p:nvPr>
            <p:ph type="subTitle"/>
          </p:nvPr>
        </p:nvSpPr>
        <p:spPr>
          <a:xfrm>
            <a:off x="4172040" y="2867040"/>
            <a:ext cx="4743000" cy="1552680"/>
          </a:xfrm>
          <a:prstGeom prst="rect">
            <a:avLst/>
          </a:prstGeom>
          <a:noFill/>
          <a:ln w="0">
            <a:noFill/>
          </a:ln>
        </p:spPr>
        <p:txBody>
          <a:bodyPr lIns="91440" rIns="91440" tIns="91440" bIns="91440" anchor="t">
            <a:spAutoFit/>
          </a:bodyPr>
          <a:p>
            <a:pPr indent="0" algn="ctr">
              <a:buNone/>
            </a:pPr>
            <a:endParaRPr b="0" lang="en-US" sz="1200" strike="noStrike" u="none">
              <a:solidFill>
                <a:schemeClr val="dk1"/>
              </a:solidFill>
              <a:effectLst/>
              <a:uFillTx/>
              <a:latin typeface="Epilogue"/>
              <a:ea typeface="Epilogue"/>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subTitle"/>
          </p:nvPr>
        </p:nvSpPr>
        <p:spPr>
          <a:xfrm>
            <a:off x="228600" y="228600"/>
            <a:ext cx="4295520" cy="171432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Epilogue"/>
                <a:ea typeface="Epilogue"/>
              </a:rPr>
              <a:t>Facility layout is the strategic arrangement of physical resources such as machinery, equipment, shops, and storage to enable smooth material flow with minimum handling costs. An effective layout maximizes throughput, reduces production time, and optimizes operational efficiency in shipbuilding processes.</a:t>
            </a:r>
            <a:endParaRPr b="0" lang="en-US" sz="1200" strike="noStrike" u="none">
              <a:solidFill>
                <a:srgbClr val="000000"/>
              </a:solidFill>
              <a:effectLst/>
              <a:uFillTx/>
              <a:latin typeface="OpenSymbol"/>
            </a:endParaRPr>
          </a:p>
        </p:txBody>
      </p:sp>
      <p:sp>
        <p:nvSpPr>
          <p:cNvPr id="81" name="Google Shape;236;p32" title="people-working-with-ai-operated-devices (1).jpg"/>
          <p:cNvSpPr/>
          <p:nvPr/>
        </p:nvSpPr>
        <p:spPr>
          <a:xfrm>
            <a:off x="4620600" y="228600"/>
            <a:ext cx="4294440" cy="4686120"/>
          </a:xfrm>
          <a:prstGeom prst="roundRect">
            <a:avLst>
              <a:gd name="adj" fmla="val 9322"/>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
        <p:nvSpPr>
          <p:cNvPr id="82" name="PlaceHolder 2"/>
          <p:cNvSpPr>
            <a:spLocks noGrp="1"/>
          </p:cNvSpPr>
          <p:nvPr>
            <p:ph type="title"/>
          </p:nvPr>
        </p:nvSpPr>
        <p:spPr>
          <a:xfrm>
            <a:off x="228600" y="3933720"/>
            <a:ext cx="4295520" cy="980640"/>
          </a:xfrm>
          <a:prstGeom prst="rect">
            <a:avLst/>
          </a:prstGeom>
          <a:noFill/>
          <a:ln w="0">
            <a:noFill/>
          </a:ln>
        </p:spPr>
        <p:txBody>
          <a:bodyPr lIns="91440" rIns="91440" tIns="91440" bIns="91440" anchor="t">
            <a:normAutofit fontScale="92500" lnSpcReduction="9999"/>
          </a:bodyPr>
          <a:p>
            <a:pPr indent="0">
              <a:lnSpc>
                <a:spcPct val="115000"/>
              </a:lnSpc>
              <a:buNone/>
              <a:tabLst>
                <a:tab algn="l" pos="0"/>
              </a:tabLst>
            </a:pPr>
            <a:r>
              <a:rPr b="0" lang="en-US" sz="2600" strike="noStrike" u="none">
                <a:solidFill>
                  <a:schemeClr val="dk1"/>
                </a:solidFill>
                <a:effectLst/>
                <a:uFillTx/>
                <a:latin typeface="Boldonse"/>
                <a:ea typeface="Boldonse"/>
              </a:rPr>
              <a:t>Definition and</a:t>
            </a:r>
            <a:endParaRPr b="0" lang="fr-FR" sz="2600" strike="noStrike" u="none">
              <a:solidFill>
                <a:schemeClr val="dk1"/>
              </a:solidFill>
              <a:effectLst/>
              <a:uFillTx/>
              <a:latin typeface="Arial"/>
            </a:endParaRPr>
          </a:p>
          <a:p>
            <a:pPr indent="0">
              <a:lnSpc>
                <a:spcPct val="115000"/>
              </a:lnSpc>
              <a:buNone/>
              <a:tabLst>
                <a:tab algn="l" pos="0"/>
              </a:tabLst>
            </a:pPr>
            <a:r>
              <a:rPr b="0" lang="en-US" sz="2600" strike="noStrike" u="none">
                <a:solidFill>
                  <a:schemeClr val="dk1"/>
                </a:solidFill>
                <a:effectLst/>
                <a:uFillTx/>
                <a:latin typeface="Boldonse"/>
                <a:ea typeface="Boldonse"/>
              </a:rPr>
              <a:t> Importance</a:t>
            </a:r>
            <a:endParaRPr b="0" lang="fr-FR" sz="26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228600" y="447840"/>
            <a:ext cx="7714800" cy="1647360"/>
          </a:xfrm>
          <a:prstGeom prst="rect">
            <a:avLst/>
          </a:prstGeom>
          <a:noFill/>
          <a:ln w="0">
            <a:noFill/>
          </a:ln>
        </p:spPr>
        <p:txBody>
          <a:bodyPr lIns="91440" rIns="91440" tIns="91440" bIns="91440" anchor="t">
            <a:normAutofit/>
          </a:bodyPr>
          <a:p>
            <a:pPr indent="0">
              <a:lnSpc>
                <a:spcPct val="115000"/>
              </a:lnSpc>
              <a:buNone/>
              <a:tabLst>
                <a:tab algn="l" pos="0"/>
              </a:tabLst>
            </a:pPr>
            <a:r>
              <a:rPr b="0" lang="en-US" sz="2500" strike="noStrike" u="none">
                <a:solidFill>
                  <a:schemeClr val="dk1"/>
                </a:solidFill>
                <a:effectLst/>
                <a:uFillTx/>
                <a:latin typeface="Boldonse"/>
                <a:ea typeface="Boldonse"/>
              </a:rPr>
              <a:t>Types of Facility Layouts</a:t>
            </a:r>
            <a:endParaRPr b="0" lang="fr-FR" sz="2500" strike="noStrike" u="none">
              <a:solidFill>
                <a:schemeClr val="dk1"/>
              </a:solidFill>
              <a:effectLst/>
              <a:uFillTx/>
              <a:latin typeface="Arial"/>
            </a:endParaRPr>
          </a:p>
        </p:txBody>
      </p:sp>
      <p:sp>
        <p:nvSpPr>
          <p:cNvPr id="84" name="PlaceHolder 2"/>
          <p:cNvSpPr>
            <a:spLocks noGrp="1"/>
          </p:cNvSpPr>
          <p:nvPr>
            <p:ph type="subTitle"/>
          </p:nvPr>
        </p:nvSpPr>
        <p:spPr>
          <a:xfrm>
            <a:off x="4172040" y="2867040"/>
            <a:ext cx="4743000" cy="155232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Epilogue"/>
                <a:ea typeface="Epilogue"/>
              </a:rPr>
              <a:t>Key layout types include process-oriented, product-oriented, fixed-position, and cellular or hybrid layouts. Each type supports different production needs, impacting flow, material handling, and resource allocation, critical for adjusting ABC Shipyard’s layout to achieve higher efficiency and throughput.</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228600" y="447840"/>
            <a:ext cx="7714800" cy="1647360"/>
          </a:xfrm>
          <a:prstGeom prst="rect">
            <a:avLst/>
          </a:prstGeom>
          <a:noFill/>
          <a:ln w="0">
            <a:noFill/>
          </a:ln>
        </p:spPr>
        <p:txBody>
          <a:bodyPr lIns="91440" rIns="91440" tIns="91440" bIns="91440" anchor="t">
            <a:normAutofit/>
          </a:bodyPr>
          <a:p>
            <a:pPr indent="0">
              <a:lnSpc>
                <a:spcPct val="115000"/>
              </a:lnSpc>
              <a:buNone/>
              <a:tabLst>
                <a:tab algn="l" pos="0"/>
              </a:tabLst>
            </a:pPr>
            <a:r>
              <a:rPr b="0" lang="en-US" sz="2500" strike="noStrike" u="none">
                <a:solidFill>
                  <a:schemeClr val="dk1"/>
                </a:solidFill>
                <a:effectLst/>
                <a:uFillTx/>
                <a:latin typeface="Boldonse"/>
                <a:ea typeface="Boldonse"/>
              </a:rPr>
              <a:t>Determining Factors</a:t>
            </a:r>
            <a:endParaRPr b="0" lang="fr-FR" sz="2500" strike="noStrike" u="none">
              <a:solidFill>
                <a:schemeClr val="dk1"/>
              </a:solidFill>
              <a:effectLst/>
              <a:uFillTx/>
              <a:latin typeface="Arial"/>
            </a:endParaRPr>
          </a:p>
        </p:txBody>
      </p:sp>
      <p:sp>
        <p:nvSpPr>
          <p:cNvPr id="86" name="PlaceHolder 2"/>
          <p:cNvSpPr>
            <a:spLocks noGrp="1"/>
          </p:cNvSpPr>
          <p:nvPr>
            <p:ph type="subTitle"/>
          </p:nvPr>
        </p:nvSpPr>
        <p:spPr>
          <a:xfrm>
            <a:off x="4172040" y="2867040"/>
            <a:ext cx="4743000" cy="1552320"/>
          </a:xfrm>
          <a:prstGeom prst="rect">
            <a:avLst/>
          </a:prstGeom>
          <a:noFill/>
          <a:ln w="0">
            <a:noFill/>
          </a:ln>
        </p:spPr>
        <p:txBody>
          <a:bodyPr lIns="91440" rIns="91440" tIns="91440" bIns="91440" anchor="t">
            <a:normAutofit lnSpcReduction="9999"/>
          </a:bodyPr>
          <a:p>
            <a:pPr indent="0">
              <a:lnSpc>
                <a:spcPct val="150000"/>
              </a:lnSpc>
              <a:buNone/>
              <a:tabLst>
                <a:tab algn="l" pos="0"/>
              </a:tabLst>
            </a:pPr>
            <a:r>
              <a:rPr b="0" lang="en-US" sz="1200" strike="noStrike" u="none">
                <a:solidFill>
                  <a:schemeClr val="dk1"/>
                </a:solidFill>
                <a:effectLst/>
                <a:uFillTx/>
                <a:latin typeface="Epilogue"/>
                <a:ea typeface="Epilogue"/>
              </a:rPr>
              <a:t>Facility layout decisions depend on factors such as product type and variety, production volume, and material handling needs. Additionally, available space, resource constraints, cost considerations, and labor skills influence the design. Balancing these elements ensures the layout supports efficient operations and meets production goals at ABC Shipyard.</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228600" y="447840"/>
            <a:ext cx="7714800" cy="1647360"/>
          </a:xfrm>
          <a:prstGeom prst="rect">
            <a:avLst/>
          </a:prstGeom>
          <a:noFill/>
          <a:ln w="0">
            <a:noFill/>
          </a:ln>
        </p:spPr>
        <p:txBody>
          <a:bodyPr lIns="91440" rIns="91440" tIns="91440" bIns="91440" anchor="t">
            <a:normAutofit/>
          </a:bodyPr>
          <a:p>
            <a:pPr indent="0">
              <a:lnSpc>
                <a:spcPct val="115000"/>
              </a:lnSpc>
              <a:buNone/>
              <a:tabLst>
                <a:tab algn="l" pos="0"/>
              </a:tabLst>
            </a:pPr>
            <a:r>
              <a:rPr b="0" lang="en-US" sz="2500" strike="noStrike" u="none">
                <a:solidFill>
                  <a:schemeClr val="dk1"/>
                </a:solidFill>
                <a:effectLst/>
                <a:uFillTx/>
                <a:latin typeface="Boldonse"/>
                <a:ea typeface="Boldonse"/>
              </a:rPr>
              <a:t>ABC Shipyard Layout Issues &amp; Improvements</a:t>
            </a:r>
            <a:endParaRPr b="0" lang="fr-FR" sz="2500" strike="noStrike" u="none">
              <a:solidFill>
                <a:schemeClr val="dk1"/>
              </a:solidFill>
              <a:effectLst/>
              <a:uFillTx/>
              <a:latin typeface="Arial"/>
            </a:endParaRPr>
          </a:p>
        </p:txBody>
      </p:sp>
      <p:sp>
        <p:nvSpPr>
          <p:cNvPr id="88" name="PlaceHolder 2"/>
          <p:cNvSpPr>
            <a:spLocks noGrp="1"/>
          </p:cNvSpPr>
          <p:nvPr>
            <p:ph type="subTitle"/>
          </p:nvPr>
        </p:nvSpPr>
        <p:spPr>
          <a:xfrm>
            <a:off x="4172040" y="2867040"/>
            <a:ext cx="4743000" cy="1552680"/>
          </a:xfrm>
          <a:prstGeom prst="rect">
            <a:avLst/>
          </a:prstGeom>
          <a:noFill/>
          <a:ln w="0">
            <a:noFill/>
          </a:ln>
        </p:spPr>
        <p:txBody>
          <a:bodyPr lIns="91440" rIns="91440" tIns="91440" bIns="91440" anchor="t">
            <a:spAutoFit/>
          </a:bodyPr>
          <a:p>
            <a:pPr indent="0" algn="ctr">
              <a:buNone/>
            </a:pPr>
            <a:endParaRPr b="0" lang="en-US" sz="1200" strike="noStrike" u="none">
              <a:solidFill>
                <a:schemeClr val="dk1"/>
              </a:solidFill>
              <a:effectLst/>
              <a:uFillTx/>
              <a:latin typeface="Epilogue"/>
              <a:ea typeface="Epilogue"/>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subTitle"/>
          </p:nvPr>
        </p:nvSpPr>
        <p:spPr>
          <a:xfrm>
            <a:off x="228600" y="228600"/>
            <a:ext cx="4295520" cy="171432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Epilogue"/>
                <a:ea typeface="Epilogue"/>
              </a:rPr>
              <a:t>ABC Shipyard faces high </a:t>
            </a:r>
            <a:r>
              <a:rPr b="1" lang="en-US" sz="1200" strike="noStrike" u="none">
                <a:solidFill>
                  <a:schemeClr val="dk1"/>
                </a:solidFill>
                <a:effectLst/>
                <a:uFillTx/>
                <a:latin typeface="Epilogue"/>
                <a:ea typeface="Epilogue"/>
              </a:rPr>
              <a:t>work-in-progress (WIP)</a:t>
            </a:r>
            <a:r>
              <a:rPr b="0" lang="en-US" sz="1200" strike="noStrike" u="none">
                <a:solidFill>
                  <a:schemeClr val="dk1"/>
                </a:solidFill>
                <a:effectLst/>
                <a:uFillTx/>
                <a:latin typeface="Epilogue"/>
                <a:ea typeface="Epilogue"/>
              </a:rPr>
              <a:t> due to poor synchronization between shops and erection areas. Semi-finished blocks occupy space inefficiently, while steel shop batching causes plate shortages. Long material movement paths increase delays, hampering overall throughput and shipbuilding speed.</a:t>
            </a:r>
            <a:endParaRPr b="0" lang="en-US" sz="1200" strike="noStrike" u="none">
              <a:solidFill>
                <a:srgbClr val="000000"/>
              </a:solidFill>
              <a:effectLst/>
              <a:uFillTx/>
              <a:latin typeface="OpenSymbol"/>
            </a:endParaRPr>
          </a:p>
        </p:txBody>
      </p:sp>
      <p:sp>
        <p:nvSpPr>
          <p:cNvPr id="90" name="Google Shape;236;p32" title="people-working-with-ai-operated-devices (1).jpg"/>
          <p:cNvSpPr/>
          <p:nvPr/>
        </p:nvSpPr>
        <p:spPr>
          <a:xfrm>
            <a:off x="4620600" y="228600"/>
            <a:ext cx="4294440" cy="4686120"/>
          </a:xfrm>
          <a:prstGeom prst="roundRect">
            <a:avLst>
              <a:gd name="adj" fmla="val 9322"/>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
        <p:nvSpPr>
          <p:cNvPr id="91" name="PlaceHolder 2"/>
          <p:cNvSpPr>
            <a:spLocks noGrp="1"/>
          </p:cNvSpPr>
          <p:nvPr>
            <p:ph type="title"/>
          </p:nvPr>
        </p:nvSpPr>
        <p:spPr>
          <a:xfrm>
            <a:off x="228600" y="3933720"/>
            <a:ext cx="4295520" cy="980640"/>
          </a:xfrm>
          <a:prstGeom prst="rect">
            <a:avLst/>
          </a:prstGeom>
          <a:noFill/>
          <a:ln w="0">
            <a:noFill/>
          </a:ln>
        </p:spPr>
        <p:txBody>
          <a:bodyPr lIns="91440" rIns="91440" tIns="91440" bIns="91440" anchor="t">
            <a:normAutofit fontScale="92500" lnSpcReduction="9999"/>
          </a:bodyPr>
          <a:p>
            <a:pPr indent="0">
              <a:lnSpc>
                <a:spcPct val="115000"/>
              </a:lnSpc>
              <a:buNone/>
              <a:tabLst>
                <a:tab algn="l" pos="0"/>
              </a:tabLst>
            </a:pPr>
            <a:r>
              <a:rPr b="0" lang="en-US" sz="2600" strike="noStrike" u="none">
                <a:solidFill>
                  <a:schemeClr val="dk1"/>
                </a:solidFill>
                <a:effectLst/>
                <a:uFillTx/>
                <a:latin typeface="Boldonse"/>
                <a:ea typeface="Boldonse"/>
              </a:rPr>
              <a:t>Current</a:t>
            </a:r>
            <a:endParaRPr b="0" lang="fr-FR" sz="2600" strike="noStrike" u="none">
              <a:solidFill>
                <a:schemeClr val="dk1"/>
              </a:solidFill>
              <a:effectLst/>
              <a:uFillTx/>
              <a:latin typeface="Arial"/>
            </a:endParaRPr>
          </a:p>
          <a:p>
            <a:pPr indent="0">
              <a:lnSpc>
                <a:spcPct val="115000"/>
              </a:lnSpc>
              <a:buNone/>
              <a:tabLst>
                <a:tab algn="l" pos="0"/>
              </a:tabLst>
            </a:pPr>
            <a:r>
              <a:rPr b="0" lang="en-US" sz="2600" strike="noStrike" u="none">
                <a:solidFill>
                  <a:schemeClr val="dk1"/>
                </a:solidFill>
                <a:effectLst/>
                <a:uFillTx/>
                <a:latin typeface="Boldonse"/>
                <a:ea typeface="Boldonse"/>
              </a:rPr>
              <a:t> Challenges</a:t>
            </a:r>
            <a:endParaRPr b="0" lang="fr-FR" sz="26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228600" y="447840"/>
            <a:ext cx="7714800" cy="1647360"/>
          </a:xfrm>
          <a:prstGeom prst="rect">
            <a:avLst/>
          </a:prstGeom>
          <a:noFill/>
          <a:ln w="0">
            <a:noFill/>
          </a:ln>
        </p:spPr>
        <p:txBody>
          <a:bodyPr lIns="91440" rIns="91440" tIns="91440" bIns="91440" anchor="t">
            <a:normAutofit/>
          </a:bodyPr>
          <a:p>
            <a:pPr indent="0">
              <a:lnSpc>
                <a:spcPct val="115000"/>
              </a:lnSpc>
              <a:buNone/>
              <a:tabLst>
                <a:tab algn="l" pos="0"/>
              </a:tabLst>
            </a:pPr>
            <a:r>
              <a:rPr b="0" lang="en-US" sz="2500" strike="noStrike" u="none">
                <a:solidFill>
                  <a:schemeClr val="dk1"/>
                </a:solidFill>
                <a:effectLst/>
                <a:uFillTx/>
                <a:latin typeface="Boldonse"/>
                <a:ea typeface="Boldonse"/>
              </a:rPr>
              <a:t>Theory of Constraints Application</a:t>
            </a:r>
            <a:endParaRPr b="0" lang="fr-FR" sz="2500" strike="noStrike" u="none">
              <a:solidFill>
                <a:schemeClr val="dk1"/>
              </a:solidFill>
              <a:effectLst/>
              <a:uFillTx/>
              <a:latin typeface="Arial"/>
            </a:endParaRPr>
          </a:p>
        </p:txBody>
      </p:sp>
      <p:sp>
        <p:nvSpPr>
          <p:cNvPr id="93" name="PlaceHolder 2"/>
          <p:cNvSpPr>
            <a:spLocks noGrp="1"/>
          </p:cNvSpPr>
          <p:nvPr>
            <p:ph type="subTitle"/>
          </p:nvPr>
        </p:nvSpPr>
        <p:spPr>
          <a:xfrm>
            <a:off x="4172040" y="2867040"/>
            <a:ext cx="4743000" cy="1552320"/>
          </a:xfrm>
          <a:prstGeom prst="rect">
            <a:avLst/>
          </a:prstGeom>
          <a:noFill/>
          <a:ln w="0">
            <a:noFill/>
          </a:ln>
        </p:spPr>
        <p:txBody>
          <a:bodyPr lIns="91440" rIns="91440" tIns="91440" bIns="91440" anchor="t">
            <a:normAutofit lnSpcReduction="9999"/>
          </a:bodyPr>
          <a:p>
            <a:pPr indent="0">
              <a:lnSpc>
                <a:spcPct val="150000"/>
              </a:lnSpc>
              <a:buNone/>
              <a:tabLst>
                <a:tab algn="l" pos="0"/>
              </a:tabLst>
            </a:pPr>
            <a:r>
              <a:rPr b="0" lang="en-US" sz="1200" strike="noStrike" u="none">
                <a:solidFill>
                  <a:schemeClr val="dk1"/>
                </a:solidFill>
                <a:effectLst/>
                <a:uFillTx/>
                <a:latin typeface="Epilogue"/>
                <a:ea typeface="Epilogue"/>
              </a:rPr>
              <a:t>The block erection area is identified as the </a:t>
            </a:r>
            <a:r>
              <a:rPr b="1" lang="en-US" sz="1200" strike="noStrike" u="none">
                <a:solidFill>
                  <a:schemeClr val="dk1"/>
                </a:solidFill>
                <a:effectLst/>
                <a:uFillTx/>
                <a:latin typeface="Epilogue"/>
                <a:ea typeface="Epilogue"/>
              </a:rPr>
              <a:t>bottleneck</a:t>
            </a:r>
            <a:r>
              <a:rPr b="0" lang="en-US" sz="1200" strike="noStrike" u="none">
                <a:solidFill>
                  <a:schemeClr val="dk1"/>
                </a:solidFill>
                <a:effectLst/>
                <a:uFillTx/>
                <a:latin typeface="Epilogue"/>
                <a:ea typeface="Epilogue"/>
              </a:rPr>
              <a:t>, limiting overall output. Maximizing bottleneck utilization and subordinating other processes is crucial. Aligning the steel cutting schedule with block erection needs improves workflow synchronization, reducing delays and increasing overall production efficiency.</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228600" y="447840"/>
            <a:ext cx="7714800" cy="1647360"/>
          </a:xfrm>
          <a:prstGeom prst="rect">
            <a:avLst/>
          </a:prstGeom>
          <a:noFill/>
          <a:ln w="0">
            <a:noFill/>
          </a:ln>
        </p:spPr>
        <p:txBody>
          <a:bodyPr lIns="91440" rIns="91440" tIns="91440" bIns="91440" anchor="t">
            <a:normAutofit/>
          </a:bodyPr>
          <a:p>
            <a:pPr indent="0">
              <a:lnSpc>
                <a:spcPct val="115000"/>
              </a:lnSpc>
              <a:buNone/>
              <a:tabLst>
                <a:tab algn="l" pos="0"/>
              </a:tabLst>
            </a:pPr>
            <a:r>
              <a:rPr b="0" lang="en-US" sz="2500" strike="noStrike" u="none">
                <a:solidFill>
                  <a:schemeClr val="dk1"/>
                </a:solidFill>
                <a:effectLst/>
                <a:uFillTx/>
                <a:latin typeface="Boldonse"/>
                <a:ea typeface="Boldonse"/>
              </a:rPr>
              <a:t>REL Chart Analysis and Suggestions</a:t>
            </a:r>
            <a:endParaRPr b="0" lang="fr-FR" sz="2500" strike="noStrike" u="none">
              <a:solidFill>
                <a:schemeClr val="dk1"/>
              </a:solidFill>
              <a:effectLst/>
              <a:uFillTx/>
              <a:latin typeface="Arial"/>
            </a:endParaRPr>
          </a:p>
        </p:txBody>
      </p:sp>
      <p:sp>
        <p:nvSpPr>
          <p:cNvPr id="95" name="PlaceHolder 2"/>
          <p:cNvSpPr>
            <a:spLocks noGrp="1"/>
          </p:cNvSpPr>
          <p:nvPr>
            <p:ph type="subTitle"/>
          </p:nvPr>
        </p:nvSpPr>
        <p:spPr>
          <a:xfrm>
            <a:off x="4172040" y="2867040"/>
            <a:ext cx="4743000" cy="1552320"/>
          </a:xfrm>
          <a:prstGeom prst="rect">
            <a:avLst/>
          </a:prstGeom>
          <a:noFill/>
          <a:ln w="0">
            <a:noFill/>
          </a:ln>
        </p:spPr>
        <p:txBody>
          <a:bodyPr lIns="91440" rIns="91440" tIns="91440" bIns="91440" anchor="t">
            <a:normAutofit lnSpcReduction="9999"/>
          </a:bodyPr>
          <a:p>
            <a:pPr indent="0">
              <a:lnSpc>
                <a:spcPct val="150000"/>
              </a:lnSpc>
              <a:buNone/>
              <a:tabLst>
                <a:tab algn="l" pos="0"/>
              </a:tabLst>
            </a:pPr>
            <a:r>
              <a:rPr b="0" lang="en-US" sz="1200" strike="noStrike" u="none">
                <a:solidFill>
                  <a:schemeClr val="dk1"/>
                </a:solidFill>
                <a:effectLst/>
                <a:uFillTx/>
                <a:latin typeface="Epilogue"/>
                <a:ea typeface="Epilogue"/>
              </a:rPr>
              <a:t>A REL chart evaluates closeness relationships based on material flow, communication, and safety. Recommendations include moving the steel shop nearer to the paint shop, placing the pipe shop closer to sub-assembly, and relocating the warehouse next to general purpose and outfitting shops to minimize unnecessary long-distance movements.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228600" y="447840"/>
            <a:ext cx="7714800" cy="1647360"/>
          </a:xfrm>
          <a:prstGeom prst="rect">
            <a:avLst/>
          </a:prstGeom>
          <a:noFill/>
          <a:ln w="0">
            <a:noFill/>
          </a:ln>
        </p:spPr>
        <p:txBody>
          <a:bodyPr lIns="91440" rIns="91440" tIns="91440" bIns="91440" anchor="t">
            <a:normAutofit/>
          </a:bodyPr>
          <a:p>
            <a:pPr indent="0">
              <a:lnSpc>
                <a:spcPct val="115000"/>
              </a:lnSpc>
              <a:buNone/>
              <a:tabLst>
                <a:tab algn="l" pos="0"/>
              </a:tabLst>
            </a:pPr>
            <a:r>
              <a:rPr b="0" lang="en-US" sz="2500" strike="noStrike" u="none">
                <a:solidFill>
                  <a:schemeClr val="dk1"/>
                </a:solidFill>
                <a:effectLst/>
                <a:uFillTx/>
                <a:latin typeface="Boldonse"/>
                <a:ea typeface="Boldonse"/>
              </a:rPr>
              <a:t>Conclusions</a:t>
            </a:r>
            <a:endParaRPr b="0" lang="fr-FR" sz="2500" strike="noStrike" u="none">
              <a:solidFill>
                <a:schemeClr val="dk1"/>
              </a:solidFill>
              <a:effectLst/>
              <a:uFillTx/>
              <a:latin typeface="Arial"/>
            </a:endParaRPr>
          </a:p>
        </p:txBody>
      </p:sp>
      <p:sp>
        <p:nvSpPr>
          <p:cNvPr id="97" name="PlaceHolder 2"/>
          <p:cNvSpPr>
            <a:spLocks noGrp="1"/>
          </p:cNvSpPr>
          <p:nvPr>
            <p:ph type="subTitle"/>
          </p:nvPr>
        </p:nvSpPr>
        <p:spPr>
          <a:xfrm>
            <a:off x="4172040" y="2867040"/>
            <a:ext cx="4743000" cy="1552320"/>
          </a:xfrm>
          <a:prstGeom prst="rect">
            <a:avLst/>
          </a:prstGeom>
          <a:noFill/>
          <a:ln w="0">
            <a:noFill/>
          </a:ln>
        </p:spPr>
        <p:txBody>
          <a:bodyPr lIns="91440" rIns="91440" tIns="91440" bIns="91440" anchor="t">
            <a:normAutofit lnSpcReduction="9999"/>
          </a:bodyPr>
          <a:p>
            <a:pPr indent="0">
              <a:lnSpc>
                <a:spcPct val="150000"/>
              </a:lnSpc>
              <a:buNone/>
              <a:tabLst>
                <a:tab algn="l" pos="0"/>
              </a:tabLst>
            </a:pPr>
            <a:r>
              <a:rPr b="0" lang="en-US" sz="1200" strike="noStrike" u="none">
                <a:solidFill>
                  <a:schemeClr val="dk1"/>
                </a:solidFill>
                <a:effectLst/>
                <a:uFillTx/>
                <a:latin typeface="Epilogue"/>
                <a:ea typeface="Epilogue"/>
              </a:rPr>
              <a:t>Improved facility layout reduces </a:t>
            </a:r>
            <a:r>
              <a:rPr b="1" lang="en-US" sz="1200" strike="noStrike" u="none">
                <a:solidFill>
                  <a:schemeClr val="dk1"/>
                </a:solidFill>
                <a:effectLst/>
                <a:uFillTx/>
                <a:latin typeface="Epilogue"/>
                <a:ea typeface="Epilogue"/>
              </a:rPr>
              <a:t>WIP</a:t>
            </a:r>
            <a:r>
              <a:rPr b="0" lang="en-US" sz="1200" strike="noStrike" u="none">
                <a:solidFill>
                  <a:schemeClr val="dk1"/>
                </a:solidFill>
                <a:effectLst/>
                <a:uFillTx/>
                <a:latin typeface="Epilogue"/>
                <a:ea typeface="Epilogue"/>
              </a:rPr>
              <a:t> and enhances throughput by resolving bottlenecks and optimizing flow. Applying the Theory of Constraints and REL chart analysis supports a scientific approach to layout redesign. These changes position ABC Shipyard to meet new production demands and maintain a competitive edge in the shipbuilding market.</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3162240" y="1761840"/>
            <a:ext cx="5752800" cy="3152880"/>
          </a:xfrm>
          <a:prstGeom prst="rect">
            <a:avLst/>
          </a:prstGeom>
          <a:noFill/>
          <a:ln w="0">
            <a:noFill/>
          </a:ln>
        </p:spPr>
        <p:txBody>
          <a:bodyPr lIns="91440" rIns="91440" tIns="91440" bIns="91440" anchor="b">
            <a:spAutoFit/>
          </a:bodyPr>
          <a:p>
            <a:pPr indent="0" algn="r">
              <a:lnSpc>
                <a:spcPct val="100000"/>
              </a:lnSpc>
              <a:buNone/>
              <a:tabLst>
                <a:tab algn="l" pos="0"/>
              </a:tabLst>
            </a:pPr>
            <a:r>
              <a:rPr b="0" lang="en" sz="6000" strike="noStrike" u="none">
                <a:solidFill>
                  <a:schemeClr val="dk1"/>
                </a:solidFill>
                <a:effectLst/>
                <a:uFillTx/>
                <a:latin typeface="Boldonse"/>
                <a:ea typeface="Boldonse"/>
              </a:rPr>
              <a:t>Thank you</a:t>
            </a:r>
            <a:endParaRPr b="0" lang="fr-FR" sz="6000" strike="noStrike" u="none">
              <a:solidFill>
                <a:schemeClr val="dk1"/>
              </a:solidFill>
              <a:effectLst/>
              <a:uFillTx/>
              <a:latin typeface="Arial"/>
            </a:endParaRPr>
          </a:p>
        </p:txBody>
      </p:sp>
      <p:sp>
        <p:nvSpPr>
          <p:cNvPr id="99" name="PlaceHolder 2"/>
          <p:cNvSpPr>
            <a:spLocks noGrp="1"/>
          </p:cNvSpPr>
          <p:nvPr>
            <p:ph type="subTitle"/>
          </p:nvPr>
        </p:nvSpPr>
        <p:spPr>
          <a:xfrm>
            <a:off x="838080" y="228600"/>
            <a:ext cx="3647880" cy="1229040"/>
          </a:xfrm>
          <a:prstGeom prst="rect">
            <a:avLst/>
          </a:prstGeom>
          <a:noFill/>
          <a:ln w="0">
            <a:noFill/>
          </a:ln>
        </p:spPr>
        <p:txBody>
          <a:bodyPr lIns="91440" rIns="91440" tIns="91440" bIns="91440" anchor="t">
            <a:spAutoFit/>
          </a:bodyPr>
          <a:p>
            <a:pPr indent="0">
              <a:lnSpc>
                <a:spcPct val="100000"/>
              </a:lnSpc>
              <a:buNone/>
              <a:tabLst>
                <a:tab algn="l" pos="0"/>
              </a:tabLst>
            </a:pPr>
            <a:r>
              <a:rPr b="1" lang="en" sz="1200" strike="noStrike" u="none">
                <a:solidFill>
                  <a:schemeClr val="dk1"/>
                </a:solidFill>
                <a:effectLst/>
                <a:uFillTx/>
                <a:latin typeface="Epilogue"/>
                <a:ea typeface="Epilogue"/>
              </a:rPr>
              <a:t>Do you have any questions?</a:t>
            </a:r>
            <a:endParaRPr b="0" lang="en-US" sz="1200" strike="noStrike" u="none">
              <a:solidFill>
                <a:srgbClr val="000000"/>
              </a:solidFill>
              <a:effectLst/>
              <a:uFillTx/>
              <a:latin typeface="OpenSymbol"/>
            </a:endParaRPr>
          </a:p>
          <a:p>
            <a:pPr indent="0">
              <a:lnSpc>
                <a:spcPct val="100000"/>
              </a:lnSpc>
              <a:buNone/>
              <a:tabLst>
                <a:tab algn="l" pos="0"/>
              </a:tabLst>
            </a:pPr>
            <a:r>
              <a:rPr b="0" lang="en" sz="1200" strike="noStrike" u="none">
                <a:solidFill>
                  <a:schemeClr val="dk1"/>
                </a:solidFill>
                <a:effectLst/>
                <a:uFillTx/>
                <a:latin typeface="Epilogue"/>
                <a:ea typeface="Epilogue"/>
              </a:rPr>
              <a:t>youremail@freepik.com</a:t>
            </a:r>
            <a:endParaRPr b="0" lang="en-US" sz="1200" strike="noStrike" u="none">
              <a:solidFill>
                <a:srgbClr val="000000"/>
              </a:solidFill>
              <a:effectLst/>
              <a:uFillTx/>
              <a:latin typeface="OpenSymbol"/>
            </a:endParaRPr>
          </a:p>
          <a:p>
            <a:pPr indent="0">
              <a:lnSpc>
                <a:spcPct val="100000"/>
              </a:lnSpc>
              <a:buNone/>
              <a:tabLst>
                <a:tab algn="l" pos="0"/>
              </a:tabLst>
            </a:pPr>
            <a:r>
              <a:rPr b="0" lang="en" sz="1200" strike="noStrike" u="none">
                <a:solidFill>
                  <a:schemeClr val="dk1"/>
                </a:solidFill>
                <a:effectLst/>
                <a:uFillTx/>
                <a:latin typeface="Epilogue"/>
                <a:ea typeface="Epilogue"/>
              </a:rPr>
              <a:t>+00 000 000 000</a:t>
            </a:r>
            <a:endParaRPr b="0" lang="en-US" sz="1200" strike="noStrike" u="none">
              <a:solidFill>
                <a:srgbClr val="000000"/>
              </a:solidFill>
              <a:effectLst/>
              <a:uFillTx/>
              <a:latin typeface="OpenSymbol"/>
            </a:endParaRPr>
          </a:p>
          <a:p>
            <a:pPr indent="0">
              <a:lnSpc>
                <a:spcPct val="100000"/>
              </a:lnSpc>
              <a:buNone/>
              <a:tabLst>
                <a:tab algn="l" pos="0"/>
              </a:tabLst>
            </a:pPr>
            <a:r>
              <a:rPr b="0" lang="en" sz="1200" strike="noStrike" u="none">
                <a:solidFill>
                  <a:schemeClr val="dk1"/>
                </a:solidFill>
                <a:effectLst/>
                <a:uFillTx/>
                <a:latin typeface="Epilogue"/>
                <a:ea typeface="Epilogue"/>
              </a:rPr>
              <a:t>yourwebsite.com</a:t>
            </a:r>
            <a:endParaRPr b="0" lang="en-US" sz="1200" strike="noStrike" u="none">
              <a:solidFill>
                <a:srgbClr val="000000"/>
              </a:solidFill>
              <a:effectLst/>
              <a:uFillTx/>
              <a:latin typeface="OpenSymbol"/>
            </a:endParaRPr>
          </a:p>
        </p:txBody>
      </p:sp>
      <p:sp>
        <p:nvSpPr>
          <p:cNvPr id="100" name="Google Shape;345;p40"/>
          <p:cNvSpPr/>
          <p:nvPr/>
        </p:nvSpPr>
        <p:spPr>
          <a:xfrm>
            <a:off x="914400" y="2505240"/>
            <a:ext cx="2657160" cy="25668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 sz="1000" strike="noStrike" u="none">
                <a:solidFill>
                  <a:schemeClr val="dk1"/>
                </a:solidFill>
                <a:effectLst/>
                <a:uFillTx/>
                <a:latin typeface="Arial"/>
              </a:rPr>
              <a:t>Please keep this slide for attribution</a:t>
            </a:r>
            <a:endParaRPr b="0" lang="en-US" sz="1000" strike="noStrike" u="none">
              <a:solidFill>
                <a:srgbClr val="000000"/>
              </a:solidFill>
              <a:effectLst/>
              <a:uFillTx/>
              <a:latin typeface="OpenSymbol"/>
            </a:endParaRPr>
          </a:p>
        </p:txBody>
      </p:sp>
      <p:sp>
        <p:nvSpPr>
          <p:cNvPr id="101" name="Google Shape;346;p40"/>
          <p:cNvSpPr/>
          <p:nvPr/>
        </p:nvSpPr>
        <p:spPr>
          <a:xfrm>
            <a:off x="228600" y="361800"/>
            <a:ext cx="437760" cy="437760"/>
          </a:xfrm>
          <a:prstGeom prst="rect">
            <a:avLst/>
          </a:prstGeom>
          <a:noFill/>
          <a:ln w="0">
            <a:noFill/>
          </a:ln>
        </p:spPr>
        <p:style>
          <a:lnRef idx="0"/>
          <a:fillRef idx="0"/>
          <a:effectRef idx="0"/>
          <a:fontRef idx="minor"/>
        </p:style>
        <p:txBody>
          <a:bodyPr lIns="870823080" rIns="870823080" tIns="218880" bIns="218880" anchor="t">
            <a:spAutoFit/>
          </a:bodyPr>
          <a:p>
            <a:pPr defTabSz="914400">
              <a:lnSpc>
                <a:spcPct val="100000"/>
              </a:lnSpc>
              <a:tabLst>
                <a:tab algn="l" pos="0"/>
              </a:tabLst>
            </a:pPr>
            <a:endParaRPr b="0" lang="fr-FR" sz="1800" strike="noStrike" u="none">
              <a:solidFill>
                <a:schemeClr val="dk1"/>
              </a:solidFill>
              <a:effectLst/>
              <a:uFillTx/>
              <a:latin typeface="Arial"/>
            </a:endParaRPr>
          </a:p>
        </p:txBody>
      </p:sp>
      <p:grpSp>
        <p:nvGrpSpPr>
          <p:cNvPr id="102" name="Google Shape;347;p40"/>
          <p:cNvGrpSpPr/>
          <p:nvPr/>
        </p:nvGrpSpPr>
        <p:grpSpPr>
          <a:xfrm>
            <a:off x="305640" y="447480"/>
            <a:ext cx="275760" cy="275760"/>
            <a:chOff x="305640" y="447480"/>
            <a:chExt cx="275760" cy="275760"/>
          </a:xfrm>
        </p:grpSpPr>
        <p:sp>
          <p:nvSpPr>
            <p:cNvPr id="103" name="Google Shape;348;p40"/>
            <p:cNvSpPr/>
            <p:nvPr/>
          </p:nvSpPr>
          <p:spPr>
            <a:xfrm>
              <a:off x="305640" y="44748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4" name="Google Shape;349;p40"/>
            <p:cNvSpPr/>
            <p:nvPr/>
          </p:nvSpPr>
          <p:spPr>
            <a:xfrm>
              <a:off x="369720" y="51300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5" name="Google Shape;350;p40"/>
            <p:cNvSpPr/>
            <p:nvPr/>
          </p:nvSpPr>
          <p:spPr>
            <a:xfrm>
              <a:off x="499680" y="48276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06" name="Google Shape;351;p40"/>
          <p:cNvSpPr/>
          <p:nvPr/>
        </p:nvSpPr>
        <p:spPr>
          <a:xfrm>
            <a:off x="228600" y="1324080"/>
            <a:ext cx="437760" cy="437760"/>
          </a:xfrm>
          <a:prstGeom prst="rect">
            <a:avLst/>
          </a:prstGeom>
          <a:noFill/>
          <a:ln w="0">
            <a:noFill/>
          </a:ln>
        </p:spPr>
        <p:style>
          <a:lnRef idx="0"/>
          <a:fillRef idx="0"/>
          <a:effectRef idx="0"/>
          <a:fontRef idx="minor"/>
        </p:style>
        <p:txBody>
          <a:bodyPr lIns="870823080" rIns="870823080" tIns="218880" bIns="218880" anchor="t">
            <a:spAutoFit/>
          </a:bodyPr>
          <a:p>
            <a:pPr defTabSz="914400">
              <a:lnSpc>
                <a:spcPct val="100000"/>
              </a:lnSpc>
              <a:tabLst>
                <a:tab algn="l" pos="0"/>
              </a:tabLst>
            </a:pPr>
            <a:endParaRPr b="0" lang="fr-FR" sz="1800" strike="noStrike" u="none">
              <a:solidFill>
                <a:schemeClr val="dk1"/>
              </a:solidFill>
              <a:effectLst/>
              <a:uFillTx/>
              <a:latin typeface="Arial"/>
            </a:endParaRPr>
          </a:p>
        </p:txBody>
      </p:sp>
      <p:grpSp>
        <p:nvGrpSpPr>
          <p:cNvPr id="107" name="Google Shape;352;p40"/>
          <p:cNvGrpSpPr/>
          <p:nvPr/>
        </p:nvGrpSpPr>
        <p:grpSpPr>
          <a:xfrm>
            <a:off x="310320" y="1421280"/>
            <a:ext cx="266400" cy="237960"/>
            <a:chOff x="310320" y="1421280"/>
            <a:chExt cx="266400" cy="237960"/>
          </a:xfrm>
        </p:grpSpPr>
        <p:sp>
          <p:nvSpPr>
            <p:cNvPr id="108" name="Google Shape;353;p40"/>
            <p:cNvSpPr/>
            <p:nvPr/>
          </p:nvSpPr>
          <p:spPr>
            <a:xfrm>
              <a:off x="319320" y="150516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9" name="Google Shape;354;p40"/>
            <p:cNvSpPr/>
            <p:nvPr/>
          </p:nvSpPr>
          <p:spPr>
            <a:xfrm>
              <a:off x="310320" y="142128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0" name="Google Shape;355;p40"/>
            <p:cNvSpPr/>
            <p:nvPr/>
          </p:nvSpPr>
          <p:spPr>
            <a:xfrm>
              <a:off x="412920" y="150516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11" name="Google Shape;356;p40"/>
          <p:cNvSpPr/>
          <p:nvPr/>
        </p:nvSpPr>
        <p:spPr>
          <a:xfrm>
            <a:off x="228600" y="2276640"/>
            <a:ext cx="437760" cy="437760"/>
          </a:xfrm>
          <a:prstGeom prst="rect">
            <a:avLst/>
          </a:prstGeom>
          <a:noFill/>
          <a:ln w="0">
            <a:noFill/>
          </a:ln>
        </p:spPr>
        <p:style>
          <a:lnRef idx="0"/>
          <a:fillRef idx="0"/>
          <a:effectRef idx="0"/>
          <a:fontRef idx="minor"/>
        </p:style>
        <p:txBody>
          <a:bodyPr lIns="870823080" rIns="870823080" tIns="218880" bIns="218880" anchor="t">
            <a:spAutoFit/>
          </a:bodyPr>
          <a:p>
            <a:pPr defTabSz="914400">
              <a:lnSpc>
                <a:spcPct val="100000"/>
              </a:lnSpc>
              <a:tabLst>
                <a:tab algn="l" pos="0"/>
              </a:tabLst>
            </a:pPr>
            <a:endParaRPr b="0" lang="fr-FR" sz="1800" strike="noStrike" u="none">
              <a:solidFill>
                <a:schemeClr val="dk1"/>
              </a:solidFill>
              <a:effectLst/>
              <a:uFillTx/>
              <a:latin typeface="Arial"/>
            </a:endParaRPr>
          </a:p>
        </p:txBody>
      </p:sp>
      <p:sp>
        <p:nvSpPr>
          <p:cNvPr id="112" name="Google Shape;357;p40"/>
          <p:cNvSpPr/>
          <p:nvPr/>
        </p:nvSpPr>
        <p:spPr>
          <a:xfrm>
            <a:off x="309240" y="2358360"/>
            <a:ext cx="268200" cy="273960"/>
          </a:xfrm>
          <a:custGeom>
            <a:avLst/>
            <a:gdLst>
              <a:gd name="textAreaLeft" fmla="*/ 0 w 268200"/>
              <a:gd name="textAreaRight" fmla="*/ 268560 w 268200"/>
              <a:gd name="textAreaTop" fmla="*/ 0 h 273960"/>
              <a:gd name="textAreaBottom" fmla="*/ 274320 h 273960"/>
            </a:gdLst>
            <a:ahLst/>
            <a:cxn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3" name="Google Shape;358;p40"/>
          <p:cNvSpPr/>
          <p:nvPr/>
        </p:nvSpPr>
        <p:spPr>
          <a:xfrm rot="5400000">
            <a:off x="4143600" y="0"/>
            <a:ext cx="2714400" cy="2714400"/>
          </a:xfrm>
          <a:prstGeom prst="rect">
            <a:avLst/>
          </a:prstGeom>
          <a:noFill/>
          <a:ln w="0">
            <a:noFill/>
          </a:ln>
        </p:spPr>
        <p:style>
          <a:lnRef idx="0"/>
          <a:fillRef idx="0"/>
          <a:effectRef idx="0"/>
          <a:fontRef idx="minor"/>
        </p:style>
        <p:txBody>
          <a:bodyPr lIns="2147483520" rIns="2147483520" tIns="1357200" bIns="135720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114" name="Google Shape;359;p40"/>
          <p:cNvSpPr/>
          <p:nvPr/>
        </p:nvSpPr>
        <p:spPr>
          <a:xfrm rot="5400000">
            <a:off x="5286600" y="0"/>
            <a:ext cx="2714400" cy="2714400"/>
          </a:xfrm>
          <a:prstGeom prst="rect">
            <a:avLst/>
          </a:prstGeom>
          <a:noFill/>
          <a:ln w="0">
            <a:noFill/>
          </a:ln>
        </p:spPr>
        <p:style>
          <a:lnRef idx="0"/>
          <a:fillRef idx="0"/>
          <a:effectRef idx="0"/>
          <a:fontRef idx="minor"/>
        </p:style>
        <p:txBody>
          <a:bodyPr lIns="2147483520" rIns="2147483520" tIns="1357200" bIns="135720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115" name="Google Shape;360;p40"/>
          <p:cNvSpPr/>
          <p:nvPr/>
        </p:nvSpPr>
        <p:spPr>
          <a:xfrm rot="5400000">
            <a:off x="6429600" y="0"/>
            <a:ext cx="2714400" cy="2714400"/>
          </a:xfrm>
          <a:prstGeom prst="rect">
            <a:avLst/>
          </a:prstGeom>
          <a:noFill/>
          <a:ln w="0">
            <a:noFill/>
          </a:ln>
        </p:spPr>
        <p:style>
          <a:lnRef idx="0"/>
          <a:fillRef idx="0"/>
          <a:effectRef idx="0"/>
          <a:fontRef idx="minor"/>
        </p:style>
        <p:txBody>
          <a:bodyPr lIns="2147483520" rIns="2147483520" tIns="1357200" bIns="135720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Group Project Management by Slidesgo">
  <a:themeElements>
    <a:clrScheme name="Simple Light">
      <a:dk1>
        <a:srgbClr val="ffffff"/>
      </a:dk1>
      <a:lt1>
        <a:srgbClr val="ff9196"/>
      </a:lt1>
      <a:dk2>
        <a:srgbClr val="ffffff"/>
      </a:dk2>
      <a:lt2>
        <a:srgbClr val="ffffff"/>
      </a:lt2>
      <a:accent1>
        <a:srgbClr val="f7ddb1"/>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2025-11-25T08:54:54Z</dcterms:created>
  <dc:creator>Unknown Creator</dc:creator>
  <dc:description/>
  <dc:language>en-US</dc:language>
  <cp:lastModifiedBy>Unknown Creator</cp:lastModifiedBy>
  <dcterms:modified xsi:type="dcterms:W3CDTF">2025-11-25T08:54:54Z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