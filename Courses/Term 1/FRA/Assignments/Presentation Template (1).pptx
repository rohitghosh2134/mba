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BEC92-7CA5-465D-9052-A1B8895586D0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D7CF-DB9B-45DA-B6B4-E43606F77D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239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BEC92-7CA5-465D-9052-A1B8895586D0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D7CF-DB9B-45DA-B6B4-E43606F77D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349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BEC92-7CA5-465D-9052-A1B8895586D0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D7CF-DB9B-45DA-B6B4-E43606F77D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803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BEC92-7CA5-465D-9052-A1B8895586D0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D7CF-DB9B-45DA-B6B4-E43606F77D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554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BEC92-7CA5-465D-9052-A1B8895586D0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D7CF-DB9B-45DA-B6B4-E43606F77D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930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BEC92-7CA5-465D-9052-A1B8895586D0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D7CF-DB9B-45DA-B6B4-E43606F77D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824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BEC92-7CA5-465D-9052-A1B8895586D0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D7CF-DB9B-45DA-B6B4-E43606F77D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02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BEC92-7CA5-465D-9052-A1B8895586D0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D7CF-DB9B-45DA-B6B4-E43606F77D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782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BEC92-7CA5-465D-9052-A1B8895586D0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D7CF-DB9B-45DA-B6B4-E43606F77D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687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BEC92-7CA5-465D-9052-A1B8895586D0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D7CF-DB9B-45DA-B6B4-E43606F77D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1255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BEC92-7CA5-465D-9052-A1B8895586D0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D7CF-DB9B-45DA-B6B4-E43606F77D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220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FBEC92-7CA5-465D-9052-A1B8895586D0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8D7CF-DB9B-45DA-B6B4-E43606F77D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124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+mn-lt"/>
              </a:rPr>
              <a:t>FRA Project Presentation</a:t>
            </a:r>
            <a:endParaRPr lang="en-IN" sz="4800" b="1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FRA Session 19 &amp; 20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7364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2339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+mn-lt"/>
              </a:rPr>
              <a:t>Guidelines/Format</a:t>
            </a:r>
            <a:endParaRPr lang="en-IN" sz="36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6241"/>
            <a:ext cx="10515600" cy="5359220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Business Model of the Company</a:t>
            </a:r>
          </a:p>
          <a:p>
            <a:r>
              <a:rPr lang="en-US" sz="2400" dirty="0"/>
              <a:t>Vision of the company (Message from the Chairman of the Company – Annual Report)</a:t>
            </a:r>
          </a:p>
          <a:p>
            <a:r>
              <a:rPr lang="en-US" sz="2400" dirty="0"/>
              <a:t>Common size Financial Statements (Income statement &amp; balance sheet(3-5 years)</a:t>
            </a:r>
          </a:p>
          <a:p>
            <a:r>
              <a:rPr lang="en-US" sz="2400" dirty="0"/>
              <a:t>Comparative Financial Statements (3-5 years)</a:t>
            </a:r>
          </a:p>
          <a:p>
            <a:r>
              <a:rPr lang="en-US" sz="2400" dirty="0"/>
              <a:t>Trend analysis [consider/take the initial year as the base (e.g. 2020) and show the trends in the later years (2021, 2022, 2023, 2024, 2025)]</a:t>
            </a:r>
          </a:p>
          <a:p>
            <a:r>
              <a:rPr lang="en-US" sz="2400" dirty="0"/>
              <a:t>Ratio analysis (Interpretations of various ratio’s ranging from Liquidity, Profitability, Solvency, Leverage, Stock Performance, etc.)</a:t>
            </a:r>
          </a:p>
          <a:p>
            <a:r>
              <a:rPr lang="en-US" sz="2400" dirty="0"/>
              <a:t>Interpretations/Findings of Cash flow statements (Interpreting Operating, Investing &amp; Financing Activities)</a:t>
            </a:r>
          </a:p>
          <a:p>
            <a:endParaRPr lang="en-US" sz="2400" dirty="0"/>
          </a:p>
          <a:p>
            <a:r>
              <a:rPr lang="en-US" sz="2400" b="1" u="sng" dirty="0"/>
              <a:t>Note</a:t>
            </a:r>
            <a:r>
              <a:rPr lang="en-US" sz="2400" b="1" dirty="0"/>
              <a:t>: Presentations must have a slide about the key findings of the company’s financial statements.</a:t>
            </a:r>
          </a:p>
          <a:p>
            <a:r>
              <a:rPr lang="en-US" sz="2400" b="1" dirty="0"/>
              <a:t>Presentation Dates –in FRA Session 19 &amp; 20 </a:t>
            </a:r>
          </a:p>
          <a:p>
            <a:r>
              <a:rPr lang="en-US" sz="2400" b="1" dirty="0"/>
              <a:t>CR of all the sections – A, B and E to share the schedule of presentations positively by 13-09-2025 EOD.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230891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177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FRA Project Presentation</vt:lpstr>
      <vt:lpstr>Guidelines/Format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FSA Project – Mid Submission</dc:title>
  <dc:creator>Dr. Amrinder</dc:creator>
  <cp:lastModifiedBy>amrindersingh3303@outlook.com</cp:lastModifiedBy>
  <cp:revision>10</cp:revision>
  <dcterms:created xsi:type="dcterms:W3CDTF">2023-07-26T08:57:24Z</dcterms:created>
  <dcterms:modified xsi:type="dcterms:W3CDTF">2025-09-09T00:15:31Z</dcterms:modified>
</cp:coreProperties>
</file>