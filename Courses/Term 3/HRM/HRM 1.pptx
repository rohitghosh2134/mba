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9"/>
  </p:notesMasterIdLst>
  <p:sldIdLst>
    <p:sldId id="256" r:id="rId2"/>
    <p:sldId id="507" r:id="rId3"/>
    <p:sldId id="508" r:id="rId4"/>
    <p:sldId id="510" r:id="rId5"/>
    <p:sldId id="511" r:id="rId6"/>
    <p:sldId id="512" r:id="rId7"/>
    <p:sldId id="513" r:id="rId8"/>
    <p:sldId id="514" r:id="rId9"/>
    <p:sldId id="515" r:id="rId10"/>
    <p:sldId id="516" r:id="rId11"/>
    <p:sldId id="521" r:id="rId12"/>
    <p:sldId id="517" r:id="rId13"/>
    <p:sldId id="520" r:id="rId14"/>
    <p:sldId id="518" r:id="rId15"/>
    <p:sldId id="519" r:id="rId16"/>
    <p:sldId id="522" r:id="rId17"/>
    <p:sldId id="489"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95735D5-0872-462D-BA9A-5AEC34B40463}" v="131" dt="2025-12-30T07:19:35.59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0146" autoAdjust="0"/>
  </p:normalViewPr>
  <p:slideViewPr>
    <p:cSldViewPr snapToGrid="0">
      <p:cViewPr varScale="1">
        <p:scale>
          <a:sx n="79" d="100"/>
          <a:sy n="79" d="100"/>
        </p:scale>
        <p:origin x="188"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umagna Bhowmick" userId="60917c60471fc2eb" providerId="LiveId" clId="{2699E322-722F-4CD6-9C6A-A5FCAB4651A0}"/>
    <pc:docChg chg="undo custSel addSld delSld modSld sldOrd">
      <pc:chgData name="Sumagna Bhowmick" userId="60917c60471fc2eb" providerId="LiveId" clId="{2699E322-722F-4CD6-9C6A-A5FCAB4651A0}" dt="2025-12-30T07:19:38.611" v="2606" actId="20577"/>
      <pc:docMkLst>
        <pc:docMk/>
      </pc:docMkLst>
      <pc:sldChg chg="modSp mod">
        <pc:chgData name="Sumagna Bhowmick" userId="60917c60471fc2eb" providerId="LiveId" clId="{2699E322-722F-4CD6-9C6A-A5FCAB4651A0}" dt="2025-12-30T04:43:38.831" v="56" actId="20577"/>
        <pc:sldMkLst>
          <pc:docMk/>
          <pc:sldMk cId="1611285245" sldId="256"/>
        </pc:sldMkLst>
        <pc:spChg chg="mod">
          <ac:chgData name="Sumagna Bhowmick" userId="60917c60471fc2eb" providerId="LiveId" clId="{2699E322-722F-4CD6-9C6A-A5FCAB4651A0}" dt="2025-12-30T04:43:38.831" v="56" actId="20577"/>
          <ac:spMkLst>
            <pc:docMk/>
            <pc:sldMk cId="1611285245" sldId="256"/>
            <ac:spMk id="2" creationId="{FC4E9462-3872-25F0-827F-922019BA5AAE}"/>
          </ac:spMkLst>
        </pc:spChg>
      </pc:sldChg>
      <pc:sldChg chg="del">
        <pc:chgData name="Sumagna Bhowmick" userId="60917c60471fc2eb" providerId="LiveId" clId="{2699E322-722F-4CD6-9C6A-A5FCAB4651A0}" dt="2025-12-30T04:43:49.941" v="57" actId="47"/>
        <pc:sldMkLst>
          <pc:docMk/>
          <pc:sldMk cId="1284776947" sldId="470"/>
        </pc:sldMkLst>
      </pc:sldChg>
      <pc:sldChg chg="del">
        <pc:chgData name="Sumagna Bhowmick" userId="60917c60471fc2eb" providerId="LiveId" clId="{2699E322-722F-4CD6-9C6A-A5FCAB4651A0}" dt="2025-12-30T04:43:49.941" v="57" actId="47"/>
        <pc:sldMkLst>
          <pc:docMk/>
          <pc:sldMk cId="3716630152" sldId="483"/>
        </pc:sldMkLst>
      </pc:sldChg>
      <pc:sldChg chg="del">
        <pc:chgData name="Sumagna Bhowmick" userId="60917c60471fc2eb" providerId="LiveId" clId="{2699E322-722F-4CD6-9C6A-A5FCAB4651A0}" dt="2025-12-30T04:43:49.941" v="57" actId="47"/>
        <pc:sldMkLst>
          <pc:docMk/>
          <pc:sldMk cId="3990946924" sldId="484"/>
        </pc:sldMkLst>
      </pc:sldChg>
      <pc:sldChg chg="del">
        <pc:chgData name="Sumagna Bhowmick" userId="60917c60471fc2eb" providerId="LiveId" clId="{2699E322-722F-4CD6-9C6A-A5FCAB4651A0}" dt="2025-12-30T04:43:49.941" v="57" actId="47"/>
        <pc:sldMkLst>
          <pc:docMk/>
          <pc:sldMk cId="2196479366" sldId="485"/>
        </pc:sldMkLst>
      </pc:sldChg>
      <pc:sldChg chg="del">
        <pc:chgData name="Sumagna Bhowmick" userId="60917c60471fc2eb" providerId="LiveId" clId="{2699E322-722F-4CD6-9C6A-A5FCAB4651A0}" dt="2025-12-30T04:43:49.941" v="57" actId="47"/>
        <pc:sldMkLst>
          <pc:docMk/>
          <pc:sldMk cId="1546298084" sldId="486"/>
        </pc:sldMkLst>
      </pc:sldChg>
      <pc:sldChg chg="del">
        <pc:chgData name="Sumagna Bhowmick" userId="60917c60471fc2eb" providerId="LiveId" clId="{2699E322-722F-4CD6-9C6A-A5FCAB4651A0}" dt="2025-12-30T04:43:49.941" v="57" actId="47"/>
        <pc:sldMkLst>
          <pc:docMk/>
          <pc:sldMk cId="2962341602" sldId="487"/>
        </pc:sldMkLst>
      </pc:sldChg>
      <pc:sldChg chg="del">
        <pc:chgData name="Sumagna Bhowmick" userId="60917c60471fc2eb" providerId="LiveId" clId="{2699E322-722F-4CD6-9C6A-A5FCAB4651A0}" dt="2025-12-30T04:43:49.941" v="57" actId="47"/>
        <pc:sldMkLst>
          <pc:docMk/>
          <pc:sldMk cId="2199432189" sldId="488"/>
        </pc:sldMkLst>
      </pc:sldChg>
      <pc:sldChg chg="modSp mod modNotesTx">
        <pc:chgData name="Sumagna Bhowmick" userId="60917c60471fc2eb" providerId="LiveId" clId="{2699E322-722F-4CD6-9C6A-A5FCAB4651A0}" dt="2025-12-30T07:19:38.611" v="2606" actId="20577"/>
        <pc:sldMkLst>
          <pc:docMk/>
          <pc:sldMk cId="1647280682" sldId="489"/>
        </pc:sldMkLst>
        <pc:spChg chg="mod">
          <ac:chgData name="Sumagna Bhowmick" userId="60917c60471fc2eb" providerId="LiveId" clId="{2699E322-722F-4CD6-9C6A-A5FCAB4651A0}" dt="2025-12-30T07:17:36.842" v="2604" actId="114"/>
          <ac:spMkLst>
            <pc:docMk/>
            <pc:sldMk cId="1647280682" sldId="489"/>
            <ac:spMk id="3" creationId="{504D8A57-5B54-D055-25EF-4176AE19F302}"/>
          </ac:spMkLst>
        </pc:spChg>
        <pc:spChg chg="mod">
          <ac:chgData name="Sumagna Bhowmick" userId="60917c60471fc2eb" providerId="LiveId" clId="{2699E322-722F-4CD6-9C6A-A5FCAB4651A0}" dt="2025-12-30T07:11:00.012" v="2522" actId="20577"/>
          <ac:spMkLst>
            <pc:docMk/>
            <pc:sldMk cId="1647280682" sldId="489"/>
            <ac:spMk id="5" creationId="{26739CBF-D59C-A9F2-214C-E7BB696D2D68}"/>
          </ac:spMkLst>
        </pc:spChg>
      </pc:sldChg>
      <pc:sldChg chg="del">
        <pc:chgData name="Sumagna Bhowmick" userId="60917c60471fc2eb" providerId="LiveId" clId="{2699E322-722F-4CD6-9C6A-A5FCAB4651A0}" dt="2025-12-30T04:43:49.941" v="57" actId="47"/>
        <pc:sldMkLst>
          <pc:docMk/>
          <pc:sldMk cId="1940184911" sldId="491"/>
        </pc:sldMkLst>
      </pc:sldChg>
      <pc:sldChg chg="del">
        <pc:chgData name="Sumagna Bhowmick" userId="60917c60471fc2eb" providerId="LiveId" clId="{2699E322-722F-4CD6-9C6A-A5FCAB4651A0}" dt="2025-12-30T04:43:49.941" v="57" actId="47"/>
        <pc:sldMkLst>
          <pc:docMk/>
          <pc:sldMk cId="3959178169" sldId="505"/>
        </pc:sldMkLst>
      </pc:sldChg>
      <pc:sldChg chg="addSp modSp mod modNotesTx">
        <pc:chgData name="Sumagna Bhowmick" userId="60917c60471fc2eb" providerId="LiveId" clId="{2699E322-722F-4CD6-9C6A-A5FCAB4651A0}" dt="2025-12-30T05:03:04.510" v="391" actId="14100"/>
        <pc:sldMkLst>
          <pc:docMk/>
          <pc:sldMk cId="1821792694" sldId="507"/>
        </pc:sldMkLst>
        <pc:spChg chg="mod">
          <ac:chgData name="Sumagna Bhowmick" userId="60917c60471fc2eb" providerId="LiveId" clId="{2699E322-722F-4CD6-9C6A-A5FCAB4651A0}" dt="2025-12-30T05:03:04.510" v="391" actId="14100"/>
          <ac:spMkLst>
            <pc:docMk/>
            <pc:sldMk cId="1821792694" sldId="507"/>
            <ac:spMk id="3" creationId="{4F686F9F-E7D4-3C0D-5585-A4312E42FD7B}"/>
          </ac:spMkLst>
        </pc:spChg>
        <pc:spChg chg="mod">
          <ac:chgData name="Sumagna Bhowmick" userId="60917c60471fc2eb" providerId="LiveId" clId="{2699E322-722F-4CD6-9C6A-A5FCAB4651A0}" dt="2025-12-30T04:49:51.878" v="137" actId="20577"/>
          <ac:spMkLst>
            <pc:docMk/>
            <pc:sldMk cId="1821792694" sldId="507"/>
            <ac:spMk id="5" creationId="{B1B84DFC-0D9B-45A4-DB5D-025E7AA45A03}"/>
          </ac:spMkLst>
        </pc:spChg>
        <pc:graphicFrameChg chg="add mod">
          <ac:chgData name="Sumagna Bhowmick" userId="60917c60471fc2eb" providerId="LiveId" clId="{2699E322-722F-4CD6-9C6A-A5FCAB4651A0}" dt="2025-12-30T04:43:57.486" v="59"/>
          <ac:graphicFrameMkLst>
            <pc:docMk/>
            <pc:sldMk cId="1821792694" sldId="507"/>
            <ac:graphicFrameMk id="6" creationId="{FA6015F7-E0CE-FDE6-2841-36AC2795C362}"/>
          </ac:graphicFrameMkLst>
        </pc:graphicFrameChg>
      </pc:sldChg>
      <pc:sldChg chg="addSp delSp modSp add mod modNotesTx">
        <pc:chgData name="Sumagna Bhowmick" userId="60917c60471fc2eb" providerId="LiveId" clId="{2699E322-722F-4CD6-9C6A-A5FCAB4651A0}" dt="2025-12-30T05:29:25.712" v="665" actId="1035"/>
        <pc:sldMkLst>
          <pc:docMk/>
          <pc:sldMk cId="170536551" sldId="508"/>
        </pc:sldMkLst>
        <pc:spChg chg="del mod">
          <ac:chgData name="Sumagna Bhowmick" userId="60917c60471fc2eb" providerId="LiveId" clId="{2699E322-722F-4CD6-9C6A-A5FCAB4651A0}" dt="2025-12-30T05:12:52.112" v="417" actId="22"/>
          <ac:spMkLst>
            <pc:docMk/>
            <pc:sldMk cId="170536551" sldId="508"/>
            <ac:spMk id="3" creationId="{054EFB15-E0DB-CD85-BCCF-DA5AC9412C68}"/>
          </ac:spMkLst>
        </pc:spChg>
        <pc:spChg chg="mod">
          <ac:chgData name="Sumagna Bhowmick" userId="60917c60471fc2eb" providerId="LiveId" clId="{2699E322-722F-4CD6-9C6A-A5FCAB4651A0}" dt="2025-12-30T05:11:45.109" v="412" actId="20577"/>
          <ac:spMkLst>
            <pc:docMk/>
            <pc:sldMk cId="170536551" sldId="508"/>
            <ac:spMk id="5" creationId="{C00EE1E7-AAE9-CBEB-5DFD-5400A0DD35F9}"/>
          </ac:spMkLst>
        </pc:spChg>
        <pc:spChg chg="add del mod">
          <ac:chgData name="Sumagna Bhowmick" userId="60917c60471fc2eb" providerId="LiveId" clId="{2699E322-722F-4CD6-9C6A-A5FCAB4651A0}" dt="2025-12-30T05:14:11.597" v="435"/>
          <ac:spMkLst>
            <pc:docMk/>
            <pc:sldMk cId="170536551" sldId="508"/>
            <ac:spMk id="9" creationId="{38E5C153-2A76-12D4-7CEC-E15A70DF5AFF}"/>
          </ac:spMkLst>
        </pc:spChg>
        <pc:spChg chg="add mod">
          <ac:chgData name="Sumagna Bhowmick" userId="60917c60471fc2eb" providerId="LiveId" clId="{2699E322-722F-4CD6-9C6A-A5FCAB4651A0}" dt="2025-12-30T05:29:25.712" v="665" actId="1035"/>
          <ac:spMkLst>
            <pc:docMk/>
            <pc:sldMk cId="170536551" sldId="508"/>
            <ac:spMk id="11" creationId="{B341DF92-EF9A-3EA0-8A39-0F3C66F0B264}"/>
          </ac:spMkLst>
        </pc:spChg>
        <pc:spChg chg="add del mod">
          <ac:chgData name="Sumagna Bhowmick" userId="60917c60471fc2eb" providerId="LiveId" clId="{2699E322-722F-4CD6-9C6A-A5FCAB4651A0}" dt="2025-12-30T05:27:50.808" v="521"/>
          <ac:spMkLst>
            <pc:docMk/>
            <pc:sldMk cId="170536551" sldId="508"/>
            <ac:spMk id="13" creationId="{D025EA19-54A5-88E3-4CDD-D230B4AB6A9C}"/>
          </ac:spMkLst>
        </pc:spChg>
        <pc:graphicFrameChg chg="add del mod modGraphic">
          <ac:chgData name="Sumagna Bhowmick" userId="60917c60471fc2eb" providerId="LiveId" clId="{2699E322-722F-4CD6-9C6A-A5FCAB4651A0}" dt="2025-12-30T05:27:44.277" v="520" actId="478"/>
          <ac:graphicFrameMkLst>
            <pc:docMk/>
            <pc:sldMk cId="170536551" sldId="508"/>
            <ac:graphicFrameMk id="10" creationId="{FDE11ED5-0D0B-1C40-1B84-3C341789AF17}"/>
          </ac:graphicFrameMkLst>
        </pc:graphicFrameChg>
        <pc:graphicFrameChg chg="add mod modGraphic">
          <ac:chgData name="Sumagna Bhowmick" userId="60917c60471fc2eb" providerId="LiveId" clId="{2699E322-722F-4CD6-9C6A-A5FCAB4651A0}" dt="2025-12-30T05:29:17.570" v="630"/>
          <ac:graphicFrameMkLst>
            <pc:docMk/>
            <pc:sldMk cId="170536551" sldId="508"/>
            <ac:graphicFrameMk id="14" creationId="{D7B460FA-06AC-E5F0-C74A-EE7DAF2D296E}"/>
          </ac:graphicFrameMkLst>
        </pc:graphicFrameChg>
        <pc:picChg chg="add del mod ord">
          <ac:chgData name="Sumagna Bhowmick" userId="60917c60471fc2eb" providerId="LiveId" clId="{2699E322-722F-4CD6-9C6A-A5FCAB4651A0}" dt="2025-12-30T05:14:05.907" v="434" actId="478"/>
          <ac:picMkLst>
            <pc:docMk/>
            <pc:sldMk cId="170536551" sldId="508"/>
            <ac:picMk id="7" creationId="{C05DDE86-70FD-A251-2B22-DAA6FCE8D947}"/>
          </ac:picMkLst>
        </pc:picChg>
      </pc:sldChg>
      <pc:sldChg chg="del">
        <pc:chgData name="Sumagna Bhowmick" userId="60917c60471fc2eb" providerId="LiveId" clId="{2699E322-722F-4CD6-9C6A-A5FCAB4651A0}" dt="2025-12-30T04:43:49.941" v="57" actId="47"/>
        <pc:sldMkLst>
          <pc:docMk/>
          <pc:sldMk cId="629206320" sldId="508"/>
        </pc:sldMkLst>
      </pc:sldChg>
      <pc:sldChg chg="modSp add del mod ord">
        <pc:chgData name="Sumagna Bhowmick" userId="60917c60471fc2eb" providerId="LiveId" clId="{2699E322-722F-4CD6-9C6A-A5FCAB4651A0}" dt="2025-12-30T05:30:45.206" v="688" actId="47"/>
        <pc:sldMkLst>
          <pc:docMk/>
          <pc:sldMk cId="1967419951" sldId="509"/>
        </pc:sldMkLst>
        <pc:spChg chg="mod">
          <ac:chgData name="Sumagna Bhowmick" userId="60917c60471fc2eb" providerId="LiveId" clId="{2699E322-722F-4CD6-9C6A-A5FCAB4651A0}" dt="2025-12-30T05:29:49.571" v="687" actId="20577"/>
          <ac:spMkLst>
            <pc:docMk/>
            <pc:sldMk cId="1967419951" sldId="509"/>
            <ac:spMk id="5" creationId="{828EF257-1DFB-2968-0FE9-33B8E5059ADF}"/>
          </ac:spMkLst>
        </pc:spChg>
      </pc:sldChg>
      <pc:sldChg chg="modSp add mod modNotesTx">
        <pc:chgData name="Sumagna Bhowmick" userId="60917c60471fc2eb" providerId="LiveId" clId="{2699E322-722F-4CD6-9C6A-A5FCAB4651A0}" dt="2025-12-30T05:32:00.252" v="735" actId="20577"/>
        <pc:sldMkLst>
          <pc:docMk/>
          <pc:sldMk cId="1242793910" sldId="510"/>
        </pc:sldMkLst>
        <pc:spChg chg="mod">
          <ac:chgData name="Sumagna Bhowmick" userId="60917c60471fc2eb" providerId="LiveId" clId="{2699E322-722F-4CD6-9C6A-A5FCAB4651A0}" dt="2025-12-30T05:31:30.538" v="732" actId="114"/>
          <ac:spMkLst>
            <pc:docMk/>
            <pc:sldMk cId="1242793910" sldId="510"/>
            <ac:spMk id="3" creationId="{E9602548-F3BD-CCD8-7974-5CBC98CE74BC}"/>
          </ac:spMkLst>
        </pc:spChg>
        <pc:spChg chg="mod">
          <ac:chgData name="Sumagna Bhowmick" userId="60917c60471fc2eb" providerId="LiveId" clId="{2699E322-722F-4CD6-9C6A-A5FCAB4651A0}" dt="2025-12-30T05:30:58.749" v="728" actId="20577"/>
          <ac:spMkLst>
            <pc:docMk/>
            <pc:sldMk cId="1242793910" sldId="510"/>
            <ac:spMk id="5" creationId="{E6E97A92-AE44-C030-48A3-05FE0767AF5C}"/>
          </ac:spMkLst>
        </pc:spChg>
      </pc:sldChg>
      <pc:sldChg chg="modSp add mod modNotesTx">
        <pc:chgData name="Sumagna Bhowmick" userId="60917c60471fc2eb" providerId="LiveId" clId="{2699E322-722F-4CD6-9C6A-A5FCAB4651A0}" dt="2025-12-30T05:35:10.087" v="944" actId="20577"/>
        <pc:sldMkLst>
          <pc:docMk/>
          <pc:sldMk cId="3997819581" sldId="511"/>
        </pc:sldMkLst>
        <pc:spChg chg="mod">
          <ac:chgData name="Sumagna Bhowmick" userId="60917c60471fc2eb" providerId="LiveId" clId="{2699E322-722F-4CD6-9C6A-A5FCAB4651A0}" dt="2025-12-30T05:34:27.698" v="939" actId="14100"/>
          <ac:spMkLst>
            <pc:docMk/>
            <pc:sldMk cId="3997819581" sldId="511"/>
            <ac:spMk id="3" creationId="{C589C295-9D7D-0581-D24D-61FEE6EADE23}"/>
          </ac:spMkLst>
        </pc:spChg>
        <pc:spChg chg="mod">
          <ac:chgData name="Sumagna Bhowmick" userId="60917c60471fc2eb" providerId="LiveId" clId="{2699E322-722F-4CD6-9C6A-A5FCAB4651A0}" dt="2025-12-30T05:33:08.976" v="757" actId="20577"/>
          <ac:spMkLst>
            <pc:docMk/>
            <pc:sldMk cId="3997819581" sldId="511"/>
            <ac:spMk id="5" creationId="{5A694BF0-6F3D-1971-35B7-8AE5AB6269EE}"/>
          </ac:spMkLst>
        </pc:spChg>
      </pc:sldChg>
      <pc:sldChg chg="addSp delSp modSp add mod modNotesTx">
        <pc:chgData name="Sumagna Bhowmick" userId="60917c60471fc2eb" providerId="LiveId" clId="{2699E322-722F-4CD6-9C6A-A5FCAB4651A0}" dt="2025-12-30T05:51:14.649" v="1148" actId="20577"/>
        <pc:sldMkLst>
          <pc:docMk/>
          <pc:sldMk cId="2682089590" sldId="512"/>
        </pc:sldMkLst>
        <pc:spChg chg="del mod">
          <ac:chgData name="Sumagna Bhowmick" userId="60917c60471fc2eb" providerId="LiveId" clId="{2699E322-722F-4CD6-9C6A-A5FCAB4651A0}" dt="2025-12-30T05:44:19.921" v="999"/>
          <ac:spMkLst>
            <pc:docMk/>
            <pc:sldMk cId="2682089590" sldId="512"/>
            <ac:spMk id="3" creationId="{C7C12DB9-2F0F-562A-11CB-A0D4F9E93583}"/>
          </ac:spMkLst>
        </pc:spChg>
        <pc:spChg chg="mod">
          <ac:chgData name="Sumagna Bhowmick" userId="60917c60471fc2eb" providerId="LiveId" clId="{2699E322-722F-4CD6-9C6A-A5FCAB4651A0}" dt="2025-12-30T05:37:24.455" v="997" actId="20577"/>
          <ac:spMkLst>
            <pc:docMk/>
            <pc:sldMk cId="2682089590" sldId="512"/>
            <ac:spMk id="5" creationId="{5AAE2D86-E7C3-F150-CF0D-65C1EBF12FE0}"/>
          </ac:spMkLst>
        </pc:spChg>
        <pc:spChg chg="add mod">
          <ac:chgData name="Sumagna Bhowmick" userId="60917c60471fc2eb" providerId="LiveId" clId="{2699E322-722F-4CD6-9C6A-A5FCAB4651A0}" dt="2025-12-30T05:46:36.899" v="1092" actId="207"/>
          <ac:spMkLst>
            <pc:docMk/>
            <pc:sldMk cId="2682089590" sldId="512"/>
            <ac:spMk id="7" creationId="{6B0B4D22-6D6A-FFA6-5AFB-0AA2CBEB367C}"/>
          </ac:spMkLst>
        </pc:spChg>
        <pc:graphicFrameChg chg="add mod modGraphic">
          <ac:chgData name="Sumagna Bhowmick" userId="60917c60471fc2eb" providerId="LiveId" clId="{2699E322-722F-4CD6-9C6A-A5FCAB4651A0}" dt="2025-12-30T05:45:21.921" v="1035" actId="1035"/>
          <ac:graphicFrameMkLst>
            <pc:docMk/>
            <pc:sldMk cId="2682089590" sldId="512"/>
            <ac:graphicFrameMk id="6" creationId="{F9A433FE-4E53-01D7-2E5F-27139FC6CAE5}"/>
          </ac:graphicFrameMkLst>
        </pc:graphicFrameChg>
      </pc:sldChg>
      <pc:sldChg chg="addSp delSp modSp add mod">
        <pc:chgData name="Sumagna Bhowmick" userId="60917c60471fc2eb" providerId="LiveId" clId="{2699E322-722F-4CD6-9C6A-A5FCAB4651A0}" dt="2025-12-30T06:01:53.154" v="1228" actId="478"/>
        <pc:sldMkLst>
          <pc:docMk/>
          <pc:sldMk cId="4260660425" sldId="513"/>
        </pc:sldMkLst>
        <pc:spChg chg="mod">
          <ac:chgData name="Sumagna Bhowmick" userId="60917c60471fc2eb" providerId="LiveId" clId="{2699E322-722F-4CD6-9C6A-A5FCAB4651A0}" dt="2025-12-30T05:59:57.176" v="1226" actId="207"/>
          <ac:spMkLst>
            <pc:docMk/>
            <pc:sldMk cId="4260660425" sldId="513"/>
            <ac:spMk id="3" creationId="{5946DBC8-5E08-83DF-65F7-2B1E7FD9E2AA}"/>
          </ac:spMkLst>
        </pc:spChg>
        <pc:spChg chg="mod">
          <ac:chgData name="Sumagna Bhowmick" userId="60917c60471fc2eb" providerId="LiveId" clId="{2699E322-722F-4CD6-9C6A-A5FCAB4651A0}" dt="2025-12-30T05:57:11.742" v="1177"/>
          <ac:spMkLst>
            <pc:docMk/>
            <pc:sldMk cId="4260660425" sldId="513"/>
            <ac:spMk id="5" creationId="{0F4CD173-7987-D989-D5C4-F307BC74F840}"/>
          </ac:spMkLst>
        </pc:spChg>
        <pc:spChg chg="add del mod">
          <ac:chgData name="Sumagna Bhowmick" userId="60917c60471fc2eb" providerId="LiveId" clId="{2699E322-722F-4CD6-9C6A-A5FCAB4651A0}" dt="2025-12-30T06:01:53.154" v="1228" actId="478"/>
          <ac:spMkLst>
            <pc:docMk/>
            <pc:sldMk cId="4260660425" sldId="513"/>
            <ac:spMk id="6" creationId="{601B8143-5E3D-DF82-ABC5-73A673FED836}"/>
          </ac:spMkLst>
        </pc:spChg>
      </pc:sldChg>
      <pc:sldChg chg="addSp delSp modSp add mod">
        <pc:chgData name="Sumagna Bhowmick" userId="60917c60471fc2eb" providerId="LiveId" clId="{2699E322-722F-4CD6-9C6A-A5FCAB4651A0}" dt="2025-12-30T06:06:29.657" v="1319" actId="1076"/>
        <pc:sldMkLst>
          <pc:docMk/>
          <pc:sldMk cId="76154456" sldId="514"/>
        </pc:sldMkLst>
        <pc:spChg chg="del">
          <ac:chgData name="Sumagna Bhowmick" userId="60917c60471fc2eb" providerId="LiveId" clId="{2699E322-722F-4CD6-9C6A-A5FCAB4651A0}" dt="2025-12-30T06:06:25.550" v="1318" actId="931"/>
          <ac:spMkLst>
            <pc:docMk/>
            <pc:sldMk cId="76154456" sldId="514"/>
            <ac:spMk id="3" creationId="{E4B45129-9693-246A-7079-6B7F541B5947}"/>
          </ac:spMkLst>
        </pc:spChg>
        <pc:spChg chg="mod">
          <ac:chgData name="Sumagna Bhowmick" userId="60917c60471fc2eb" providerId="LiveId" clId="{2699E322-722F-4CD6-9C6A-A5FCAB4651A0}" dt="2025-12-30T06:04:34.312" v="1317" actId="20577"/>
          <ac:spMkLst>
            <pc:docMk/>
            <pc:sldMk cId="76154456" sldId="514"/>
            <ac:spMk id="5" creationId="{4DFDB111-FC29-E917-DDEB-F4997573CB87}"/>
          </ac:spMkLst>
        </pc:spChg>
        <pc:picChg chg="add mod">
          <ac:chgData name="Sumagna Bhowmick" userId="60917c60471fc2eb" providerId="LiveId" clId="{2699E322-722F-4CD6-9C6A-A5FCAB4651A0}" dt="2025-12-30T06:06:29.657" v="1319" actId="1076"/>
          <ac:picMkLst>
            <pc:docMk/>
            <pc:sldMk cId="76154456" sldId="514"/>
            <ac:picMk id="7" creationId="{6A8C3087-0DAF-A3FA-112D-6DAE10A1CA38}"/>
          </ac:picMkLst>
        </pc:picChg>
      </pc:sldChg>
      <pc:sldChg chg="addSp delSp modSp add mod">
        <pc:chgData name="Sumagna Bhowmick" userId="60917c60471fc2eb" providerId="LiveId" clId="{2699E322-722F-4CD6-9C6A-A5FCAB4651A0}" dt="2025-12-30T06:23:08.515" v="1500"/>
        <pc:sldMkLst>
          <pc:docMk/>
          <pc:sldMk cId="2543800658" sldId="515"/>
        </pc:sldMkLst>
        <pc:spChg chg="del">
          <ac:chgData name="Sumagna Bhowmick" userId="60917c60471fc2eb" providerId="LiveId" clId="{2699E322-722F-4CD6-9C6A-A5FCAB4651A0}" dt="2025-12-30T06:14:37.076" v="1320"/>
          <ac:spMkLst>
            <pc:docMk/>
            <pc:sldMk cId="2543800658" sldId="515"/>
            <ac:spMk id="3" creationId="{9A890028-F1C1-5777-32D3-6EAFCEBD23BC}"/>
          </ac:spMkLst>
        </pc:spChg>
        <pc:spChg chg="mod">
          <ac:chgData name="Sumagna Bhowmick" userId="60917c60471fc2eb" providerId="LiveId" clId="{2699E322-722F-4CD6-9C6A-A5FCAB4651A0}" dt="2025-12-30T06:23:08.515" v="1500"/>
          <ac:spMkLst>
            <pc:docMk/>
            <pc:sldMk cId="2543800658" sldId="515"/>
            <ac:spMk id="5" creationId="{7CA97496-15E4-B4DE-116E-B27660E28A73}"/>
          </ac:spMkLst>
        </pc:spChg>
        <pc:graphicFrameChg chg="add mod modGraphic">
          <ac:chgData name="Sumagna Bhowmick" userId="60917c60471fc2eb" providerId="LiveId" clId="{2699E322-722F-4CD6-9C6A-A5FCAB4651A0}" dt="2025-12-30T06:16:20.992" v="1413" actId="14100"/>
          <ac:graphicFrameMkLst>
            <pc:docMk/>
            <pc:sldMk cId="2543800658" sldId="515"/>
            <ac:graphicFrameMk id="6" creationId="{DEF601CE-7981-C61D-6A88-549DEDD3EEE4}"/>
          </ac:graphicFrameMkLst>
        </pc:graphicFrameChg>
      </pc:sldChg>
      <pc:sldChg chg="addSp delSp modSp add mod">
        <pc:chgData name="Sumagna Bhowmick" userId="60917c60471fc2eb" providerId="LiveId" clId="{2699E322-722F-4CD6-9C6A-A5FCAB4651A0}" dt="2025-12-30T06:23:24.202" v="1501"/>
        <pc:sldMkLst>
          <pc:docMk/>
          <pc:sldMk cId="280149085" sldId="516"/>
        </pc:sldMkLst>
        <pc:spChg chg="del">
          <ac:chgData name="Sumagna Bhowmick" userId="60917c60471fc2eb" providerId="LiveId" clId="{2699E322-722F-4CD6-9C6A-A5FCAB4651A0}" dt="2025-12-30T06:20:41.677" v="1414"/>
          <ac:spMkLst>
            <pc:docMk/>
            <pc:sldMk cId="280149085" sldId="516"/>
            <ac:spMk id="3" creationId="{70ED4993-EDC6-7B00-688F-F3110657DCED}"/>
          </ac:spMkLst>
        </pc:spChg>
        <pc:spChg chg="mod">
          <ac:chgData name="Sumagna Bhowmick" userId="60917c60471fc2eb" providerId="LiveId" clId="{2699E322-722F-4CD6-9C6A-A5FCAB4651A0}" dt="2025-12-30T06:23:24.202" v="1501"/>
          <ac:spMkLst>
            <pc:docMk/>
            <pc:sldMk cId="280149085" sldId="516"/>
            <ac:spMk id="5" creationId="{8C28B85A-2B48-9559-8AB3-38E73588FAA6}"/>
          </ac:spMkLst>
        </pc:spChg>
        <pc:graphicFrameChg chg="add mod modGraphic">
          <ac:chgData name="Sumagna Bhowmick" userId="60917c60471fc2eb" providerId="LiveId" clId="{2699E322-722F-4CD6-9C6A-A5FCAB4651A0}" dt="2025-12-30T06:21:19.128" v="1421"/>
          <ac:graphicFrameMkLst>
            <pc:docMk/>
            <pc:sldMk cId="280149085" sldId="516"/>
            <ac:graphicFrameMk id="6" creationId="{878FA938-EFB0-5DE3-1657-F9C0A9A19372}"/>
          </ac:graphicFrameMkLst>
        </pc:graphicFrameChg>
      </pc:sldChg>
      <pc:sldChg chg="addSp delSp modSp add mod">
        <pc:chgData name="Sumagna Bhowmick" userId="60917c60471fc2eb" providerId="LiveId" clId="{2699E322-722F-4CD6-9C6A-A5FCAB4651A0}" dt="2025-12-30T07:04:32.793" v="2068" actId="1035"/>
        <pc:sldMkLst>
          <pc:docMk/>
          <pc:sldMk cId="893933741" sldId="517"/>
        </pc:sldMkLst>
        <pc:spChg chg="mod">
          <ac:chgData name="Sumagna Bhowmick" userId="60917c60471fc2eb" providerId="LiveId" clId="{2699E322-722F-4CD6-9C6A-A5FCAB4651A0}" dt="2025-12-30T06:39:03.730" v="1580" actId="20577"/>
          <ac:spMkLst>
            <pc:docMk/>
            <pc:sldMk cId="893933741" sldId="517"/>
            <ac:spMk id="5" creationId="{D86BC0A4-09AA-72A4-F2CE-E8D6B720E7E9}"/>
          </ac:spMkLst>
        </pc:spChg>
        <pc:spChg chg="add del mod">
          <ac:chgData name="Sumagna Bhowmick" userId="60917c60471fc2eb" providerId="LiveId" clId="{2699E322-722F-4CD6-9C6A-A5FCAB4651A0}" dt="2025-12-30T06:37:37.704" v="1550"/>
          <ac:spMkLst>
            <pc:docMk/>
            <pc:sldMk cId="893933741" sldId="517"/>
            <ac:spMk id="7" creationId="{8C38F517-7477-696F-0B9C-160CADC72113}"/>
          </ac:spMkLst>
        </pc:spChg>
        <pc:spChg chg="add mod">
          <ac:chgData name="Sumagna Bhowmick" userId="60917c60471fc2eb" providerId="LiveId" clId="{2699E322-722F-4CD6-9C6A-A5FCAB4651A0}" dt="2025-12-30T07:04:32.793" v="2068" actId="1035"/>
          <ac:spMkLst>
            <pc:docMk/>
            <pc:sldMk cId="893933741" sldId="517"/>
            <ac:spMk id="8" creationId="{F2EE74A4-0759-C840-97E8-197D5A46D39A}"/>
          </ac:spMkLst>
        </pc:spChg>
        <pc:graphicFrameChg chg="del modGraphic">
          <ac:chgData name="Sumagna Bhowmick" userId="60917c60471fc2eb" providerId="LiveId" clId="{2699E322-722F-4CD6-9C6A-A5FCAB4651A0}" dt="2025-12-30T06:23:43.625" v="1528" actId="478"/>
          <ac:graphicFrameMkLst>
            <pc:docMk/>
            <pc:sldMk cId="893933741" sldId="517"/>
            <ac:graphicFrameMk id="6" creationId="{124CE4B7-D1D4-0629-4F36-47838D64C625}"/>
          </ac:graphicFrameMkLst>
        </pc:graphicFrameChg>
      </pc:sldChg>
      <pc:sldChg chg="addSp delSp modSp add mod">
        <pc:chgData name="Sumagna Bhowmick" userId="60917c60471fc2eb" providerId="LiveId" clId="{2699E322-722F-4CD6-9C6A-A5FCAB4651A0}" dt="2025-12-30T06:56:49.148" v="1919" actId="14100"/>
        <pc:sldMkLst>
          <pc:docMk/>
          <pc:sldMk cId="3925845579" sldId="518"/>
        </pc:sldMkLst>
        <pc:spChg chg="mod">
          <ac:chgData name="Sumagna Bhowmick" userId="60917c60471fc2eb" providerId="LiveId" clId="{2699E322-722F-4CD6-9C6A-A5FCAB4651A0}" dt="2025-12-30T06:51:05.616" v="1793" actId="20577"/>
          <ac:spMkLst>
            <pc:docMk/>
            <pc:sldMk cId="3925845579" sldId="518"/>
            <ac:spMk id="5" creationId="{7A9F961C-97D0-7B31-D7E8-505A820BF7AD}"/>
          </ac:spMkLst>
        </pc:spChg>
        <pc:spChg chg="add mod">
          <ac:chgData name="Sumagna Bhowmick" userId="60917c60471fc2eb" providerId="LiveId" clId="{2699E322-722F-4CD6-9C6A-A5FCAB4651A0}" dt="2025-12-30T06:56:49.148" v="1919" actId="14100"/>
          <ac:spMkLst>
            <pc:docMk/>
            <pc:sldMk cId="3925845579" sldId="518"/>
            <ac:spMk id="7" creationId="{8DAC31C3-6A6F-7722-CE98-61FC1242E6DD}"/>
          </ac:spMkLst>
        </pc:spChg>
        <pc:graphicFrameChg chg="del">
          <ac:chgData name="Sumagna Bhowmick" userId="60917c60471fc2eb" providerId="LiveId" clId="{2699E322-722F-4CD6-9C6A-A5FCAB4651A0}" dt="2025-12-30T06:49:00.105" v="1744" actId="478"/>
          <ac:graphicFrameMkLst>
            <pc:docMk/>
            <pc:sldMk cId="3925845579" sldId="518"/>
            <ac:graphicFrameMk id="6" creationId="{00EAF416-7EC8-BC08-3CC7-CA2BE540D4DB}"/>
          </ac:graphicFrameMkLst>
        </pc:graphicFrameChg>
        <pc:picChg chg="add mod">
          <ac:chgData name="Sumagna Bhowmick" userId="60917c60471fc2eb" providerId="LiveId" clId="{2699E322-722F-4CD6-9C6A-A5FCAB4651A0}" dt="2025-12-30T06:56:20.407" v="1915" actId="14100"/>
          <ac:picMkLst>
            <pc:docMk/>
            <pc:sldMk cId="3925845579" sldId="518"/>
            <ac:picMk id="8" creationId="{9D86A3D5-ABDE-4482-B649-205BC17C3847}"/>
          </ac:picMkLst>
        </pc:picChg>
      </pc:sldChg>
      <pc:sldChg chg="addSp delSp modSp add mod">
        <pc:chgData name="Sumagna Bhowmick" userId="60917c60471fc2eb" providerId="LiveId" clId="{2699E322-722F-4CD6-9C6A-A5FCAB4651A0}" dt="2025-12-30T07:04:14.398" v="2032" actId="20577"/>
        <pc:sldMkLst>
          <pc:docMk/>
          <pc:sldMk cId="2689608267" sldId="519"/>
        </pc:sldMkLst>
        <pc:spChg chg="mod">
          <ac:chgData name="Sumagna Bhowmick" userId="60917c60471fc2eb" providerId="LiveId" clId="{2699E322-722F-4CD6-9C6A-A5FCAB4651A0}" dt="2025-12-30T07:04:14.398" v="2032" actId="20577"/>
          <ac:spMkLst>
            <pc:docMk/>
            <pc:sldMk cId="2689608267" sldId="519"/>
            <ac:spMk id="5" creationId="{2CDC3D2C-A755-8038-7665-F46FFA45AD71}"/>
          </ac:spMkLst>
        </pc:spChg>
        <pc:spChg chg="add del mod">
          <ac:chgData name="Sumagna Bhowmick" userId="60917c60471fc2eb" providerId="LiveId" clId="{2699E322-722F-4CD6-9C6A-A5FCAB4651A0}" dt="2025-12-30T07:02:10.482" v="1940"/>
          <ac:spMkLst>
            <pc:docMk/>
            <pc:sldMk cId="2689608267" sldId="519"/>
            <ac:spMk id="7" creationId="{32CAABA0-63D4-515D-2AC8-524F4699B046}"/>
          </ac:spMkLst>
        </pc:spChg>
        <pc:graphicFrameChg chg="del">
          <ac:chgData name="Sumagna Bhowmick" userId="60917c60471fc2eb" providerId="LiveId" clId="{2699E322-722F-4CD6-9C6A-A5FCAB4651A0}" dt="2025-12-30T06:57:56.334" v="1939" actId="478"/>
          <ac:graphicFrameMkLst>
            <pc:docMk/>
            <pc:sldMk cId="2689608267" sldId="519"/>
            <ac:graphicFrameMk id="6" creationId="{D3535DA2-83F4-FB6D-58EA-8AB5AE592E41}"/>
          </ac:graphicFrameMkLst>
        </pc:graphicFrameChg>
        <pc:graphicFrameChg chg="add mod modGraphic">
          <ac:chgData name="Sumagna Bhowmick" userId="60917c60471fc2eb" providerId="LiveId" clId="{2699E322-722F-4CD6-9C6A-A5FCAB4651A0}" dt="2025-12-30T07:03:12.575" v="1997"/>
          <ac:graphicFrameMkLst>
            <pc:docMk/>
            <pc:sldMk cId="2689608267" sldId="519"/>
            <ac:graphicFrameMk id="8" creationId="{4453B169-FFB3-9CB4-98B2-7AFBCB01C0BE}"/>
          </ac:graphicFrameMkLst>
        </pc:graphicFrameChg>
      </pc:sldChg>
      <pc:sldChg chg="addSp modSp add mod modNotesTx">
        <pc:chgData name="Sumagna Bhowmick" userId="60917c60471fc2eb" providerId="LiveId" clId="{2699E322-722F-4CD6-9C6A-A5FCAB4651A0}" dt="2025-12-30T06:48:02.132" v="1699" actId="20577"/>
        <pc:sldMkLst>
          <pc:docMk/>
          <pc:sldMk cId="4273801069" sldId="520"/>
        </pc:sldMkLst>
        <pc:spChg chg="add mod">
          <ac:chgData name="Sumagna Bhowmick" userId="60917c60471fc2eb" providerId="LiveId" clId="{2699E322-722F-4CD6-9C6A-A5FCAB4651A0}" dt="2025-12-30T06:45:43.083" v="1697" actId="122"/>
          <ac:spMkLst>
            <pc:docMk/>
            <pc:sldMk cId="4273801069" sldId="520"/>
            <ac:spMk id="3" creationId="{45EE4EEC-A0BE-6E1A-AE8E-6234231208C4}"/>
          </ac:spMkLst>
        </pc:spChg>
        <pc:spChg chg="mod">
          <ac:chgData name="Sumagna Bhowmick" userId="60917c60471fc2eb" providerId="LiveId" clId="{2699E322-722F-4CD6-9C6A-A5FCAB4651A0}" dt="2025-12-30T06:40:03.993" v="1613" actId="20577"/>
          <ac:spMkLst>
            <pc:docMk/>
            <pc:sldMk cId="4273801069" sldId="520"/>
            <ac:spMk id="5" creationId="{D41D41B6-9D6F-B3C9-41CE-F9855E704C9A}"/>
          </ac:spMkLst>
        </pc:spChg>
        <pc:spChg chg="mod">
          <ac:chgData name="Sumagna Bhowmick" userId="60917c60471fc2eb" providerId="LiveId" clId="{2699E322-722F-4CD6-9C6A-A5FCAB4651A0}" dt="2025-12-30T06:45:22.400" v="1645" actId="14100"/>
          <ac:spMkLst>
            <pc:docMk/>
            <pc:sldMk cId="4273801069" sldId="520"/>
            <ac:spMk id="7" creationId="{6E474D5D-BA00-2065-D0B7-F880CB6D999D}"/>
          </ac:spMkLst>
        </pc:spChg>
      </pc:sldChg>
      <pc:sldChg chg="modSp add mod ord modNotesTx">
        <pc:chgData name="Sumagna Bhowmick" userId="60917c60471fc2eb" providerId="LiveId" clId="{2699E322-722F-4CD6-9C6A-A5FCAB4651A0}" dt="2025-12-30T06:28:41.363" v="1549" actId="20577"/>
        <pc:sldMkLst>
          <pc:docMk/>
          <pc:sldMk cId="1284248865" sldId="521"/>
        </pc:sldMkLst>
        <pc:spChg chg="mod">
          <ac:chgData name="Sumagna Bhowmick" userId="60917c60471fc2eb" providerId="LiveId" clId="{2699E322-722F-4CD6-9C6A-A5FCAB4651A0}" dt="2025-12-30T06:28:41.363" v="1549" actId="20577"/>
          <ac:spMkLst>
            <pc:docMk/>
            <pc:sldMk cId="1284248865" sldId="521"/>
            <ac:spMk id="5" creationId="{A901122E-2A64-0419-59DE-F74A00570974}"/>
          </ac:spMkLst>
        </pc:spChg>
        <pc:spChg chg="mod">
          <ac:chgData name="Sumagna Bhowmick" userId="60917c60471fc2eb" providerId="LiveId" clId="{2699E322-722F-4CD6-9C6A-A5FCAB4651A0}" dt="2025-12-30T06:28:28.447" v="1541" actId="14100"/>
          <ac:spMkLst>
            <pc:docMk/>
            <pc:sldMk cId="1284248865" sldId="521"/>
            <ac:spMk id="7" creationId="{31B43203-664C-6DCA-5B1B-7F051208BED3}"/>
          </ac:spMkLst>
        </pc:spChg>
      </pc:sldChg>
      <pc:sldChg chg="addSp delSp modSp add mod modNotesTx">
        <pc:chgData name="Sumagna Bhowmick" userId="60917c60471fc2eb" providerId="LiveId" clId="{2699E322-722F-4CD6-9C6A-A5FCAB4651A0}" dt="2025-12-30T07:10:44.511" v="2482" actId="255"/>
        <pc:sldMkLst>
          <pc:docMk/>
          <pc:sldMk cId="1540001565" sldId="522"/>
        </pc:sldMkLst>
        <pc:spChg chg="mod">
          <ac:chgData name="Sumagna Bhowmick" userId="60917c60471fc2eb" providerId="LiveId" clId="{2699E322-722F-4CD6-9C6A-A5FCAB4651A0}" dt="2025-12-30T07:05:15.420" v="2115" actId="20577"/>
          <ac:spMkLst>
            <pc:docMk/>
            <pc:sldMk cId="1540001565" sldId="522"/>
            <ac:spMk id="5" creationId="{95680079-9377-2906-0904-FE61D557DF93}"/>
          </ac:spMkLst>
        </pc:spChg>
        <pc:spChg chg="del mod">
          <ac:chgData name="Sumagna Bhowmick" userId="60917c60471fc2eb" providerId="LiveId" clId="{2699E322-722F-4CD6-9C6A-A5FCAB4651A0}" dt="2025-12-30T07:10:08.150" v="2477"/>
          <ac:spMkLst>
            <pc:docMk/>
            <pc:sldMk cId="1540001565" sldId="522"/>
            <ac:spMk id="7" creationId="{0DEEB824-8E24-7B07-BAD5-DF7104BCA17B}"/>
          </ac:spMkLst>
        </pc:spChg>
        <pc:graphicFrameChg chg="add mod modGraphic">
          <ac:chgData name="Sumagna Bhowmick" userId="60917c60471fc2eb" providerId="LiveId" clId="{2699E322-722F-4CD6-9C6A-A5FCAB4651A0}" dt="2025-12-30T07:10:44.511" v="2482" actId="255"/>
          <ac:graphicFrameMkLst>
            <pc:docMk/>
            <pc:sldMk cId="1540001565" sldId="522"/>
            <ac:graphicFrameMk id="3" creationId="{227B8C9A-87CF-FFBA-7099-C7151612D37A}"/>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AAB6FEF-3A04-4781-9D58-2D71D7E6FD59}" type="datetimeFigureOut">
              <a:rPr lang="en-IN" smtClean="0"/>
              <a:t>05-01-2026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F524507-0EC8-4EA3-B273-996B329D69FE}" type="slidenum">
              <a:rPr lang="en-IN" smtClean="0"/>
              <a:t>‹#›</a:t>
            </a:fld>
            <a:endParaRPr lang="en-IN"/>
          </a:p>
        </p:txBody>
      </p:sp>
    </p:spTree>
    <p:extLst>
      <p:ext uri="{BB962C8B-B14F-4D97-AF65-F5344CB8AC3E}">
        <p14:creationId xmlns:p14="http://schemas.microsoft.com/office/powerpoint/2010/main" val="19421618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3336F4-E27D-F157-7835-301F0DC590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F1EBE75-470A-50BA-C849-E79E8081B7B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619DC5-CFC0-5714-49A5-72CCE0C2C1BD}"/>
              </a:ext>
            </a:extLst>
          </p:cNvPr>
          <p:cNvSpPr>
            <a:spLocks noGrp="1"/>
          </p:cNvSpPr>
          <p:nvPr>
            <p:ph type="body" idx="1"/>
          </p:nvPr>
        </p:nvSpPr>
        <p:spPr/>
        <p:txBody>
          <a:bodyPr/>
          <a:lstStyle/>
          <a:p>
            <a:r>
              <a:rPr lang="en-US" dirty="0"/>
              <a:t>Some of you see people as expenses that affect profitability.</a:t>
            </a:r>
            <a:br>
              <a:rPr lang="en-US" dirty="0"/>
            </a:br>
            <a:r>
              <a:rPr lang="en-US" dirty="0"/>
              <a:t>Others see people as value creators.</a:t>
            </a:r>
            <a:br>
              <a:rPr lang="en-US" dirty="0"/>
            </a:br>
            <a:r>
              <a:rPr lang="en-US" dirty="0"/>
              <a:t>Many of you say ‘it depends</a:t>
            </a:r>
            <a:endParaRPr lang="en-IN" b="0" dirty="0"/>
          </a:p>
        </p:txBody>
      </p:sp>
      <p:sp>
        <p:nvSpPr>
          <p:cNvPr id="4" name="Slide Number Placeholder 3">
            <a:extLst>
              <a:ext uri="{FF2B5EF4-FFF2-40B4-BE49-F238E27FC236}">
                <a16:creationId xmlns:a16="http://schemas.microsoft.com/office/drawing/2014/main" id="{C4501094-E60A-12A9-F06F-66822AB6D5BC}"/>
              </a:ext>
            </a:extLst>
          </p:cNvPr>
          <p:cNvSpPr>
            <a:spLocks noGrp="1"/>
          </p:cNvSpPr>
          <p:nvPr>
            <p:ph type="sldNum" sz="quarter" idx="5"/>
          </p:nvPr>
        </p:nvSpPr>
        <p:spPr/>
        <p:txBody>
          <a:bodyPr/>
          <a:lstStyle/>
          <a:p>
            <a:fld id="{BF524507-0EC8-4EA3-B273-996B329D69FE}" type="slidenum">
              <a:rPr lang="en-IN" smtClean="0"/>
              <a:t>2</a:t>
            </a:fld>
            <a:endParaRPr lang="en-IN"/>
          </a:p>
        </p:txBody>
      </p:sp>
    </p:spTree>
    <p:extLst>
      <p:ext uri="{BB962C8B-B14F-4D97-AF65-F5344CB8AC3E}">
        <p14:creationId xmlns:p14="http://schemas.microsoft.com/office/powerpoint/2010/main" val="17896927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9D7583-9840-BE93-ABA9-20BF7ECFFF1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77AE152-23EA-3849-C9EB-DC10E1F6EA2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4CD98DF-F29E-636B-25E5-95AF29BCBE5D}"/>
              </a:ext>
            </a:extLst>
          </p:cNvPr>
          <p:cNvSpPr>
            <a:spLocks noGrp="1"/>
          </p:cNvSpPr>
          <p:nvPr>
            <p:ph type="body" idx="1"/>
          </p:nvPr>
        </p:nvSpPr>
        <p:spPr/>
        <p:txBody>
          <a:bodyPr/>
          <a:lstStyle/>
          <a:p>
            <a:r>
              <a:rPr lang="en-US" dirty="0"/>
              <a:t>Every topic in this course, recruitment, performance appraisal, rewards, layoffs, will sit somewhere between Hard and Soft HRM</a:t>
            </a:r>
            <a:endParaRPr lang="en-IN" b="0" dirty="0"/>
          </a:p>
        </p:txBody>
      </p:sp>
      <p:sp>
        <p:nvSpPr>
          <p:cNvPr id="4" name="Slide Number Placeholder 3">
            <a:extLst>
              <a:ext uri="{FF2B5EF4-FFF2-40B4-BE49-F238E27FC236}">
                <a16:creationId xmlns:a16="http://schemas.microsoft.com/office/drawing/2014/main" id="{62339CCA-A65D-452B-54ED-6BF9F387CFF3}"/>
              </a:ext>
            </a:extLst>
          </p:cNvPr>
          <p:cNvSpPr>
            <a:spLocks noGrp="1"/>
          </p:cNvSpPr>
          <p:nvPr>
            <p:ph type="sldNum" sz="quarter" idx="5"/>
          </p:nvPr>
        </p:nvSpPr>
        <p:spPr/>
        <p:txBody>
          <a:bodyPr/>
          <a:lstStyle/>
          <a:p>
            <a:fld id="{BF524507-0EC8-4EA3-B273-996B329D69FE}" type="slidenum">
              <a:rPr lang="en-IN" smtClean="0"/>
              <a:t>3</a:t>
            </a:fld>
            <a:endParaRPr lang="en-IN"/>
          </a:p>
        </p:txBody>
      </p:sp>
    </p:spTree>
    <p:extLst>
      <p:ext uri="{BB962C8B-B14F-4D97-AF65-F5344CB8AC3E}">
        <p14:creationId xmlns:p14="http://schemas.microsoft.com/office/powerpoint/2010/main" val="3537531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767CBC-604F-A917-466D-FC5384B9DA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754C83-4C37-0D3C-35E5-6C02B6CE722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DF409E8-C984-247B-DC12-57D67D5ED7EE}"/>
              </a:ext>
            </a:extLst>
          </p:cNvPr>
          <p:cNvSpPr>
            <a:spLocks noGrp="1"/>
          </p:cNvSpPr>
          <p:nvPr>
            <p:ph type="body" idx="1"/>
          </p:nvPr>
        </p:nvSpPr>
        <p:spPr/>
        <p:txBody>
          <a:bodyPr/>
          <a:lstStyle/>
          <a:p>
            <a:r>
              <a:rPr lang="en-US" dirty="0"/>
              <a:t>Balancing costs and people”</a:t>
            </a:r>
          </a:p>
          <a:p>
            <a:r>
              <a:rPr lang="en-US" dirty="0"/>
              <a:t>Designing systems to manage people fairly</a:t>
            </a:r>
          </a:p>
          <a:p>
            <a:r>
              <a:rPr lang="en-US" dirty="0"/>
              <a:t>Aligning business needs and human need</a:t>
            </a:r>
          </a:p>
          <a:p>
            <a:endParaRPr lang="en-IN" b="0" dirty="0"/>
          </a:p>
        </p:txBody>
      </p:sp>
      <p:sp>
        <p:nvSpPr>
          <p:cNvPr id="4" name="Slide Number Placeholder 3">
            <a:extLst>
              <a:ext uri="{FF2B5EF4-FFF2-40B4-BE49-F238E27FC236}">
                <a16:creationId xmlns:a16="http://schemas.microsoft.com/office/drawing/2014/main" id="{FDE6E564-D63E-DCB8-E78B-346CE2713F23}"/>
              </a:ext>
            </a:extLst>
          </p:cNvPr>
          <p:cNvSpPr>
            <a:spLocks noGrp="1"/>
          </p:cNvSpPr>
          <p:nvPr>
            <p:ph type="sldNum" sz="quarter" idx="5"/>
          </p:nvPr>
        </p:nvSpPr>
        <p:spPr/>
        <p:txBody>
          <a:bodyPr/>
          <a:lstStyle/>
          <a:p>
            <a:fld id="{BF524507-0EC8-4EA3-B273-996B329D69FE}" type="slidenum">
              <a:rPr lang="en-IN" smtClean="0"/>
              <a:t>4</a:t>
            </a:fld>
            <a:endParaRPr lang="en-IN"/>
          </a:p>
        </p:txBody>
      </p:sp>
    </p:spTree>
    <p:extLst>
      <p:ext uri="{BB962C8B-B14F-4D97-AF65-F5344CB8AC3E}">
        <p14:creationId xmlns:p14="http://schemas.microsoft.com/office/powerpoint/2010/main" val="372103998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2A7484-D5C7-10A8-8993-6D41B52666D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6E1DE0-39B6-0DF2-047C-048BEDC9B5E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0298668-9E43-2882-5C32-5F88E324FB2E}"/>
              </a:ext>
            </a:extLst>
          </p:cNvPr>
          <p:cNvSpPr>
            <a:spLocks noGrp="1"/>
          </p:cNvSpPr>
          <p:nvPr>
            <p:ph type="body" idx="1"/>
          </p:nvPr>
        </p:nvSpPr>
        <p:spPr/>
        <p:txBody>
          <a:bodyPr/>
          <a:lstStyle/>
          <a:p>
            <a:r>
              <a:rPr lang="en-GB" dirty="0"/>
              <a:t>HRM operates on the “people” dimension of an organization.</a:t>
            </a:r>
          </a:p>
          <a:p>
            <a:r>
              <a:rPr lang="en-GB" dirty="0"/>
              <a:t> Its function comprises anchoring the system’s processes and practices for acquiring, developing, and motivating people for performance and engaging them for achieving the objectives of the organization. </a:t>
            </a:r>
          </a:p>
          <a:p>
            <a:r>
              <a:rPr lang="en-GB" dirty="0"/>
              <a:t>This is valid for all organizations irrespective of their nature, government, business, education, health, recreation, or social action</a:t>
            </a:r>
            <a:endParaRPr lang="en-IN" b="0" dirty="0"/>
          </a:p>
        </p:txBody>
      </p:sp>
      <p:sp>
        <p:nvSpPr>
          <p:cNvPr id="4" name="Slide Number Placeholder 3">
            <a:extLst>
              <a:ext uri="{FF2B5EF4-FFF2-40B4-BE49-F238E27FC236}">
                <a16:creationId xmlns:a16="http://schemas.microsoft.com/office/drawing/2014/main" id="{B92E0A9F-64FC-96E5-23A9-BF730FB18C21}"/>
              </a:ext>
            </a:extLst>
          </p:cNvPr>
          <p:cNvSpPr>
            <a:spLocks noGrp="1"/>
          </p:cNvSpPr>
          <p:nvPr>
            <p:ph type="sldNum" sz="quarter" idx="5"/>
          </p:nvPr>
        </p:nvSpPr>
        <p:spPr/>
        <p:txBody>
          <a:bodyPr/>
          <a:lstStyle/>
          <a:p>
            <a:fld id="{BF524507-0EC8-4EA3-B273-996B329D69FE}" type="slidenum">
              <a:rPr lang="en-IN" smtClean="0"/>
              <a:t>5</a:t>
            </a:fld>
            <a:endParaRPr lang="en-IN"/>
          </a:p>
        </p:txBody>
      </p:sp>
    </p:spTree>
    <p:extLst>
      <p:ext uri="{BB962C8B-B14F-4D97-AF65-F5344CB8AC3E}">
        <p14:creationId xmlns:p14="http://schemas.microsoft.com/office/powerpoint/2010/main" val="323111971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6AEF20-A859-6834-29A7-F69946D810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5D33000-D4C4-4817-6328-F4847F78EA4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0053C78-02D4-70B4-C7F6-78FFC7A7F587}"/>
              </a:ext>
            </a:extLst>
          </p:cNvPr>
          <p:cNvSpPr>
            <a:spLocks noGrp="1"/>
          </p:cNvSpPr>
          <p:nvPr>
            <p:ph type="body" idx="1"/>
          </p:nvPr>
        </p:nvSpPr>
        <p:spPr/>
        <p:txBody>
          <a:bodyPr/>
          <a:lstStyle/>
          <a:p>
            <a:r>
              <a:rPr lang="en-US" b="1" dirty="0"/>
              <a:t>From people as tools</a:t>
            </a:r>
            <a:r>
              <a:rPr lang="en-US" dirty="0"/>
              <a:t> → people whose abilities are </a:t>
            </a:r>
            <a:r>
              <a:rPr lang="en-US" i="1" dirty="0"/>
              <a:t>used</a:t>
            </a:r>
            <a:r>
              <a:rPr lang="en-US" dirty="0"/>
              <a:t> (Graham)</a:t>
            </a:r>
          </a:p>
          <a:p>
            <a:r>
              <a:rPr lang="en-US" b="1" dirty="0"/>
              <a:t>To people as assets</a:t>
            </a:r>
            <a:r>
              <a:rPr lang="en-US" dirty="0"/>
              <a:t> → sources of value and advantage (Armstrong)</a:t>
            </a:r>
          </a:p>
          <a:p>
            <a:r>
              <a:rPr lang="en-US" b="1" dirty="0"/>
              <a:t>To people as strategic contributors</a:t>
            </a:r>
            <a:r>
              <a:rPr lang="en-US" dirty="0"/>
              <a:t> → aligned with competitive goals (Bratton &amp; Gold)</a:t>
            </a:r>
          </a:p>
          <a:p>
            <a:r>
              <a:rPr lang="en-US" b="1" dirty="0"/>
              <a:t>To people in context</a:t>
            </a:r>
            <a:r>
              <a:rPr lang="en-US" dirty="0"/>
              <a:t> → shaped by institutions, culture, and systems (Brewster et al.)</a:t>
            </a:r>
          </a:p>
          <a:p>
            <a:r>
              <a:rPr lang="en-US" dirty="0"/>
              <a:t>What does </a:t>
            </a:r>
            <a:r>
              <a:rPr lang="en-US" b="1" dirty="0"/>
              <a:t>not</a:t>
            </a:r>
            <a:r>
              <a:rPr lang="en-US" dirty="0"/>
              <a:t> change is that HRM is always about </a:t>
            </a:r>
            <a:r>
              <a:rPr lang="en-US" b="1" dirty="0"/>
              <a:t>managing people for organizational ends</a:t>
            </a:r>
            <a:endParaRPr lang="en-US" dirty="0"/>
          </a:p>
          <a:p>
            <a:endParaRPr lang="en-IN" b="0" dirty="0"/>
          </a:p>
        </p:txBody>
      </p:sp>
      <p:sp>
        <p:nvSpPr>
          <p:cNvPr id="4" name="Slide Number Placeholder 3">
            <a:extLst>
              <a:ext uri="{FF2B5EF4-FFF2-40B4-BE49-F238E27FC236}">
                <a16:creationId xmlns:a16="http://schemas.microsoft.com/office/drawing/2014/main" id="{01A15A97-C005-7655-8738-260BA02EE7CD}"/>
              </a:ext>
            </a:extLst>
          </p:cNvPr>
          <p:cNvSpPr>
            <a:spLocks noGrp="1"/>
          </p:cNvSpPr>
          <p:nvPr>
            <p:ph type="sldNum" sz="quarter" idx="5"/>
          </p:nvPr>
        </p:nvSpPr>
        <p:spPr/>
        <p:txBody>
          <a:bodyPr/>
          <a:lstStyle/>
          <a:p>
            <a:fld id="{BF524507-0EC8-4EA3-B273-996B329D69FE}" type="slidenum">
              <a:rPr lang="en-IN" smtClean="0"/>
              <a:t>6</a:t>
            </a:fld>
            <a:endParaRPr lang="en-IN"/>
          </a:p>
        </p:txBody>
      </p:sp>
    </p:spTree>
    <p:extLst>
      <p:ext uri="{BB962C8B-B14F-4D97-AF65-F5344CB8AC3E}">
        <p14:creationId xmlns:p14="http://schemas.microsoft.com/office/powerpoint/2010/main" val="238937023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F6B057-DFFB-7EED-B1A6-4F6E26D7F4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DA3276-62A5-7AEA-2AD1-DF7F34EFA52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DD37ED8-E5FB-5774-0515-8DF21FA22EC4}"/>
              </a:ext>
            </a:extLst>
          </p:cNvPr>
          <p:cNvSpPr>
            <a:spLocks noGrp="1"/>
          </p:cNvSpPr>
          <p:nvPr>
            <p:ph type="body" idx="1"/>
          </p:nvPr>
        </p:nvSpPr>
        <p:spPr/>
        <p:txBody>
          <a:bodyPr/>
          <a:lstStyle/>
          <a:p>
            <a:r>
              <a:rPr lang="en-US" dirty="0"/>
              <a:t>AI is unlikely to completely replace people in organizations. Instead, it reshapes the kinds of skills that are valued and required at work. People therefore remain central to organizations, even in an AI-driven context. What changes is not the presence of people, but the way organizations choose to manage them.</a:t>
            </a:r>
          </a:p>
          <a:p>
            <a:r>
              <a:rPr lang="en-US" dirty="0"/>
              <a:t>Organizations may respond to AI in different ways. Some may adopt a </a:t>
            </a:r>
            <a:r>
              <a:rPr lang="en-US" b="1" dirty="0"/>
              <a:t>Hard HRM</a:t>
            </a:r>
            <a:r>
              <a:rPr lang="en-US" dirty="0"/>
              <a:t> approach, where employees whose skills no longer align with organizational needs are exited, and new talent with AI-relevant skills is hired. Other organizations may adopt a </a:t>
            </a:r>
            <a:r>
              <a:rPr lang="en-US" b="1" dirty="0"/>
              <a:t>Soft HRM</a:t>
            </a:r>
            <a:r>
              <a:rPr lang="en-US" dirty="0"/>
              <a:t> approach, where existing employees are treated as long-term assets and are reskilled or upskilled to adapt to AI-related changes.</a:t>
            </a:r>
          </a:p>
          <a:p>
            <a:r>
              <a:rPr lang="en-US" dirty="0"/>
              <a:t>Thus, AI does not eliminate people from organizations; rather, it highlights different HRM philosophies and strategic choices in managing people.</a:t>
            </a:r>
          </a:p>
          <a:p>
            <a:endParaRPr lang="en-IN" b="0" dirty="0"/>
          </a:p>
        </p:txBody>
      </p:sp>
      <p:sp>
        <p:nvSpPr>
          <p:cNvPr id="4" name="Slide Number Placeholder 3">
            <a:extLst>
              <a:ext uri="{FF2B5EF4-FFF2-40B4-BE49-F238E27FC236}">
                <a16:creationId xmlns:a16="http://schemas.microsoft.com/office/drawing/2014/main" id="{ADCD3C49-7837-8EEB-384B-2F6B64ED2263}"/>
              </a:ext>
            </a:extLst>
          </p:cNvPr>
          <p:cNvSpPr>
            <a:spLocks noGrp="1"/>
          </p:cNvSpPr>
          <p:nvPr>
            <p:ph type="sldNum" sz="quarter" idx="5"/>
          </p:nvPr>
        </p:nvSpPr>
        <p:spPr/>
        <p:txBody>
          <a:bodyPr/>
          <a:lstStyle/>
          <a:p>
            <a:fld id="{BF524507-0EC8-4EA3-B273-996B329D69FE}" type="slidenum">
              <a:rPr lang="en-IN" smtClean="0"/>
              <a:t>7</a:t>
            </a:fld>
            <a:endParaRPr lang="en-IN"/>
          </a:p>
        </p:txBody>
      </p:sp>
    </p:spTree>
    <p:extLst>
      <p:ext uri="{BB962C8B-B14F-4D97-AF65-F5344CB8AC3E}">
        <p14:creationId xmlns:p14="http://schemas.microsoft.com/office/powerpoint/2010/main" val="308495962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28BD8C-DF54-B857-526E-9FB35402FA0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D3D9185-D142-AE9E-8019-B80E8D73962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4CB7FF3-D57E-BA97-D672-7410D8348EFE}"/>
              </a:ext>
            </a:extLst>
          </p:cNvPr>
          <p:cNvSpPr>
            <a:spLocks noGrp="1"/>
          </p:cNvSpPr>
          <p:nvPr>
            <p:ph type="body" idx="1"/>
          </p:nvPr>
        </p:nvSpPr>
        <p:spPr/>
        <p:txBody>
          <a:bodyPr/>
          <a:lstStyle/>
          <a:p>
            <a:endParaRPr lang="en-IN" b="0" dirty="0"/>
          </a:p>
        </p:txBody>
      </p:sp>
      <p:sp>
        <p:nvSpPr>
          <p:cNvPr id="4" name="Slide Number Placeholder 3">
            <a:extLst>
              <a:ext uri="{FF2B5EF4-FFF2-40B4-BE49-F238E27FC236}">
                <a16:creationId xmlns:a16="http://schemas.microsoft.com/office/drawing/2014/main" id="{C9296690-FF32-DE9A-9263-70C46E949276}"/>
              </a:ext>
            </a:extLst>
          </p:cNvPr>
          <p:cNvSpPr>
            <a:spLocks noGrp="1"/>
          </p:cNvSpPr>
          <p:nvPr>
            <p:ph type="sldNum" sz="quarter" idx="5"/>
          </p:nvPr>
        </p:nvSpPr>
        <p:spPr/>
        <p:txBody>
          <a:bodyPr/>
          <a:lstStyle/>
          <a:p>
            <a:fld id="{BF524507-0EC8-4EA3-B273-996B329D69FE}" type="slidenum">
              <a:rPr lang="en-IN" smtClean="0"/>
              <a:t>8</a:t>
            </a:fld>
            <a:endParaRPr lang="en-IN"/>
          </a:p>
        </p:txBody>
      </p:sp>
    </p:spTree>
    <p:extLst>
      <p:ext uri="{BB962C8B-B14F-4D97-AF65-F5344CB8AC3E}">
        <p14:creationId xmlns:p14="http://schemas.microsoft.com/office/powerpoint/2010/main" val="324430577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CFC53A-A445-2B97-3817-F88B073ECC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5362F62-EEA6-9239-989C-4B8F2D800E2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3C6DD3C-EEF0-B70E-79C4-144843F0C155}"/>
              </a:ext>
            </a:extLst>
          </p:cNvPr>
          <p:cNvSpPr>
            <a:spLocks noGrp="1"/>
          </p:cNvSpPr>
          <p:nvPr>
            <p:ph type="body" idx="1"/>
          </p:nvPr>
        </p:nvSpPr>
        <p:spPr/>
        <p:txBody>
          <a:bodyPr/>
          <a:lstStyle/>
          <a:p>
            <a:endParaRPr lang="en-IN" b="0" dirty="0"/>
          </a:p>
        </p:txBody>
      </p:sp>
      <p:sp>
        <p:nvSpPr>
          <p:cNvPr id="4" name="Slide Number Placeholder 3">
            <a:extLst>
              <a:ext uri="{FF2B5EF4-FFF2-40B4-BE49-F238E27FC236}">
                <a16:creationId xmlns:a16="http://schemas.microsoft.com/office/drawing/2014/main" id="{3EBBBB22-9DF6-E3CC-6BD8-09AB67477337}"/>
              </a:ext>
            </a:extLst>
          </p:cNvPr>
          <p:cNvSpPr>
            <a:spLocks noGrp="1"/>
          </p:cNvSpPr>
          <p:nvPr>
            <p:ph type="sldNum" sz="quarter" idx="5"/>
          </p:nvPr>
        </p:nvSpPr>
        <p:spPr/>
        <p:txBody>
          <a:bodyPr/>
          <a:lstStyle/>
          <a:p>
            <a:fld id="{BF524507-0EC8-4EA3-B273-996B329D69FE}" type="slidenum">
              <a:rPr lang="en-IN" smtClean="0"/>
              <a:t>9</a:t>
            </a:fld>
            <a:endParaRPr lang="en-IN"/>
          </a:p>
        </p:txBody>
      </p:sp>
    </p:spTree>
    <p:extLst>
      <p:ext uri="{BB962C8B-B14F-4D97-AF65-F5344CB8AC3E}">
        <p14:creationId xmlns:p14="http://schemas.microsoft.com/office/powerpoint/2010/main" val="184054099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2318AC-AA9D-137D-D0C9-7E3E60F84F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47E7D3-A939-C793-1DDB-CABDD662F89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F05BE79-8114-A878-3115-08A27B524EA5}"/>
              </a:ext>
            </a:extLst>
          </p:cNvPr>
          <p:cNvSpPr>
            <a:spLocks noGrp="1"/>
          </p:cNvSpPr>
          <p:nvPr>
            <p:ph type="body" idx="1"/>
          </p:nvPr>
        </p:nvSpPr>
        <p:spPr/>
        <p:txBody>
          <a:bodyPr/>
          <a:lstStyle/>
          <a:p>
            <a:endParaRPr lang="en-IN" b="0" dirty="0"/>
          </a:p>
        </p:txBody>
      </p:sp>
      <p:sp>
        <p:nvSpPr>
          <p:cNvPr id="4" name="Slide Number Placeholder 3">
            <a:extLst>
              <a:ext uri="{FF2B5EF4-FFF2-40B4-BE49-F238E27FC236}">
                <a16:creationId xmlns:a16="http://schemas.microsoft.com/office/drawing/2014/main" id="{04031E30-E32E-C2E2-7ADA-2CCA00EB02A5}"/>
              </a:ext>
            </a:extLst>
          </p:cNvPr>
          <p:cNvSpPr>
            <a:spLocks noGrp="1"/>
          </p:cNvSpPr>
          <p:nvPr>
            <p:ph type="sldNum" sz="quarter" idx="5"/>
          </p:nvPr>
        </p:nvSpPr>
        <p:spPr/>
        <p:txBody>
          <a:bodyPr/>
          <a:lstStyle/>
          <a:p>
            <a:fld id="{BF524507-0EC8-4EA3-B273-996B329D69FE}" type="slidenum">
              <a:rPr lang="en-IN" smtClean="0"/>
              <a:t>10</a:t>
            </a:fld>
            <a:endParaRPr lang="en-IN"/>
          </a:p>
        </p:txBody>
      </p:sp>
    </p:spTree>
    <p:extLst>
      <p:ext uri="{BB962C8B-B14F-4D97-AF65-F5344CB8AC3E}">
        <p14:creationId xmlns:p14="http://schemas.microsoft.com/office/powerpoint/2010/main" val="148325509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06359B-7E30-CC36-3F56-56474D9DA1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AB7D11B-17A6-911A-2F92-A67C1E003B5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E198B1-AB02-78AC-4A3B-AE4ACF6E3814}"/>
              </a:ext>
            </a:extLst>
          </p:cNvPr>
          <p:cNvSpPr>
            <a:spLocks noGrp="1"/>
          </p:cNvSpPr>
          <p:nvPr>
            <p:ph type="body" idx="1"/>
          </p:nvPr>
        </p:nvSpPr>
        <p:spPr/>
        <p:txBody>
          <a:bodyPr/>
          <a:lstStyle/>
          <a:p>
            <a:r>
              <a:rPr lang="en-US" dirty="0"/>
              <a:t>Everything we’ve discussed so far sounds like the job of HR.</a:t>
            </a:r>
            <a:br>
              <a:rPr lang="en-US" dirty="0"/>
            </a:br>
            <a:r>
              <a:rPr lang="en-US" dirty="0"/>
              <a:t>But most people don’t experience HR every day, they experience their </a:t>
            </a:r>
            <a:r>
              <a:rPr lang="en-US" b="1" dirty="0"/>
              <a:t>manager</a:t>
            </a:r>
            <a:endParaRPr lang="en-IN" b="0" dirty="0"/>
          </a:p>
        </p:txBody>
      </p:sp>
      <p:sp>
        <p:nvSpPr>
          <p:cNvPr id="4" name="Slide Number Placeholder 3">
            <a:extLst>
              <a:ext uri="{FF2B5EF4-FFF2-40B4-BE49-F238E27FC236}">
                <a16:creationId xmlns:a16="http://schemas.microsoft.com/office/drawing/2014/main" id="{C405DB29-F564-BCB8-498A-3BDF9328D4B0}"/>
              </a:ext>
            </a:extLst>
          </p:cNvPr>
          <p:cNvSpPr>
            <a:spLocks noGrp="1"/>
          </p:cNvSpPr>
          <p:nvPr>
            <p:ph type="sldNum" sz="quarter" idx="5"/>
          </p:nvPr>
        </p:nvSpPr>
        <p:spPr/>
        <p:txBody>
          <a:bodyPr/>
          <a:lstStyle/>
          <a:p>
            <a:fld id="{BF524507-0EC8-4EA3-B273-996B329D69FE}" type="slidenum">
              <a:rPr lang="en-IN" smtClean="0"/>
              <a:t>11</a:t>
            </a:fld>
            <a:endParaRPr lang="en-IN"/>
          </a:p>
        </p:txBody>
      </p:sp>
    </p:spTree>
    <p:extLst>
      <p:ext uri="{BB962C8B-B14F-4D97-AF65-F5344CB8AC3E}">
        <p14:creationId xmlns:p14="http://schemas.microsoft.com/office/powerpoint/2010/main" val="418448298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40CFAC-AE40-2A61-1D92-BEFF3623D5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9C1E9FD-1002-3931-E736-E6E4D448E77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2D0713-FB9C-A943-BE4D-9D5EC4533CB7}"/>
              </a:ext>
            </a:extLst>
          </p:cNvPr>
          <p:cNvSpPr>
            <a:spLocks noGrp="1"/>
          </p:cNvSpPr>
          <p:nvPr>
            <p:ph type="body" idx="1"/>
          </p:nvPr>
        </p:nvSpPr>
        <p:spPr/>
        <p:txBody>
          <a:bodyPr/>
          <a:lstStyle/>
          <a:p>
            <a:endParaRPr lang="en-IN" b="0" dirty="0"/>
          </a:p>
        </p:txBody>
      </p:sp>
      <p:sp>
        <p:nvSpPr>
          <p:cNvPr id="4" name="Slide Number Placeholder 3">
            <a:extLst>
              <a:ext uri="{FF2B5EF4-FFF2-40B4-BE49-F238E27FC236}">
                <a16:creationId xmlns:a16="http://schemas.microsoft.com/office/drawing/2014/main" id="{1A54491E-049A-9DF7-61F9-797EA9BB6F7D}"/>
              </a:ext>
            </a:extLst>
          </p:cNvPr>
          <p:cNvSpPr>
            <a:spLocks noGrp="1"/>
          </p:cNvSpPr>
          <p:nvPr>
            <p:ph type="sldNum" sz="quarter" idx="5"/>
          </p:nvPr>
        </p:nvSpPr>
        <p:spPr/>
        <p:txBody>
          <a:bodyPr/>
          <a:lstStyle/>
          <a:p>
            <a:fld id="{BF524507-0EC8-4EA3-B273-996B329D69FE}" type="slidenum">
              <a:rPr lang="en-IN" smtClean="0"/>
              <a:t>12</a:t>
            </a:fld>
            <a:endParaRPr lang="en-IN"/>
          </a:p>
        </p:txBody>
      </p:sp>
    </p:spTree>
    <p:extLst>
      <p:ext uri="{BB962C8B-B14F-4D97-AF65-F5344CB8AC3E}">
        <p14:creationId xmlns:p14="http://schemas.microsoft.com/office/powerpoint/2010/main" val="428808932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CB50C9-D2F9-12FB-D77D-425DAEDB7D0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5678140-F890-E323-9075-BBD9D0FF31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BF25779-3466-3429-E497-F96347C42B8B}"/>
              </a:ext>
            </a:extLst>
          </p:cNvPr>
          <p:cNvSpPr>
            <a:spLocks noGrp="1"/>
          </p:cNvSpPr>
          <p:nvPr>
            <p:ph type="body" idx="1"/>
          </p:nvPr>
        </p:nvSpPr>
        <p:spPr/>
        <p:txBody>
          <a:bodyPr/>
          <a:lstStyle/>
          <a:p>
            <a:r>
              <a:rPr lang="en-US" dirty="0"/>
              <a:t>HR should not be judged only as a cost center when its decisions demonstrably affect organizational performance. However, HR becomes a value-creating function only when it can link people decisions to business outcome</a:t>
            </a:r>
          </a:p>
          <a:p>
            <a:endParaRPr lang="en-US" b="0" dirty="0"/>
          </a:p>
          <a:p>
            <a:r>
              <a:rPr lang="en-US" dirty="0"/>
              <a:t>Can you think of one HR decision that, if done badly, would directly reduce profits?</a:t>
            </a:r>
            <a:endParaRPr lang="en-IN" b="0" dirty="0"/>
          </a:p>
        </p:txBody>
      </p:sp>
      <p:sp>
        <p:nvSpPr>
          <p:cNvPr id="4" name="Slide Number Placeholder 3">
            <a:extLst>
              <a:ext uri="{FF2B5EF4-FFF2-40B4-BE49-F238E27FC236}">
                <a16:creationId xmlns:a16="http://schemas.microsoft.com/office/drawing/2014/main" id="{18BF8164-48A8-CAEB-053A-36B7E7C00AF8}"/>
              </a:ext>
            </a:extLst>
          </p:cNvPr>
          <p:cNvSpPr>
            <a:spLocks noGrp="1"/>
          </p:cNvSpPr>
          <p:nvPr>
            <p:ph type="sldNum" sz="quarter" idx="5"/>
          </p:nvPr>
        </p:nvSpPr>
        <p:spPr/>
        <p:txBody>
          <a:bodyPr/>
          <a:lstStyle/>
          <a:p>
            <a:fld id="{BF524507-0EC8-4EA3-B273-996B329D69FE}" type="slidenum">
              <a:rPr lang="en-IN" smtClean="0"/>
              <a:t>13</a:t>
            </a:fld>
            <a:endParaRPr lang="en-IN"/>
          </a:p>
        </p:txBody>
      </p:sp>
    </p:spTree>
    <p:extLst>
      <p:ext uri="{BB962C8B-B14F-4D97-AF65-F5344CB8AC3E}">
        <p14:creationId xmlns:p14="http://schemas.microsoft.com/office/powerpoint/2010/main" val="61845562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E3FFDE-8001-F6EF-415D-3EFB0C3AF6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10CDA7E-F829-03E1-423F-E0E3DF7719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9B4504A-6608-6DB9-136C-7136FFB9AF19}"/>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Training, hiring, or engagement initiatives do not create value on their own.</a:t>
            </a:r>
            <a:br>
              <a:rPr lang="en-US" dirty="0"/>
            </a:br>
            <a:r>
              <a:rPr lang="en-US" dirty="0"/>
              <a:t>They create value only when they support what the organization is trying to achieve</a:t>
            </a:r>
            <a:endParaRPr lang="en-IN" b="0" dirty="0"/>
          </a:p>
          <a:p>
            <a:endParaRPr lang="en-IN" b="0" dirty="0"/>
          </a:p>
        </p:txBody>
      </p:sp>
      <p:sp>
        <p:nvSpPr>
          <p:cNvPr id="4" name="Slide Number Placeholder 3">
            <a:extLst>
              <a:ext uri="{FF2B5EF4-FFF2-40B4-BE49-F238E27FC236}">
                <a16:creationId xmlns:a16="http://schemas.microsoft.com/office/drawing/2014/main" id="{5856E052-5DD8-8150-E645-1B810B7FB7CB}"/>
              </a:ext>
            </a:extLst>
          </p:cNvPr>
          <p:cNvSpPr>
            <a:spLocks noGrp="1"/>
          </p:cNvSpPr>
          <p:nvPr>
            <p:ph type="sldNum" sz="quarter" idx="5"/>
          </p:nvPr>
        </p:nvSpPr>
        <p:spPr/>
        <p:txBody>
          <a:bodyPr/>
          <a:lstStyle/>
          <a:p>
            <a:fld id="{BF524507-0EC8-4EA3-B273-996B329D69FE}" type="slidenum">
              <a:rPr lang="en-IN" smtClean="0"/>
              <a:t>14</a:t>
            </a:fld>
            <a:endParaRPr lang="en-IN"/>
          </a:p>
        </p:txBody>
      </p:sp>
    </p:spTree>
    <p:extLst>
      <p:ext uri="{BB962C8B-B14F-4D97-AF65-F5344CB8AC3E}">
        <p14:creationId xmlns:p14="http://schemas.microsoft.com/office/powerpoint/2010/main" val="125415788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E1E2DD-AAEA-AB52-082C-56F7C0C1C60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2649B3-7587-C2B8-E3B3-A0BF49B6AF2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82055DC-29A6-1F39-8EF8-FB42755E9566}"/>
              </a:ext>
            </a:extLst>
          </p:cNvPr>
          <p:cNvSpPr>
            <a:spLocks noGrp="1"/>
          </p:cNvSpPr>
          <p:nvPr>
            <p:ph type="body" idx="1"/>
          </p:nvPr>
        </p:nvSpPr>
        <p:spPr/>
        <p:txBody>
          <a:bodyPr/>
          <a:lstStyle/>
          <a:p>
            <a:endParaRPr lang="en-IN" b="0" dirty="0"/>
          </a:p>
        </p:txBody>
      </p:sp>
      <p:sp>
        <p:nvSpPr>
          <p:cNvPr id="4" name="Slide Number Placeholder 3">
            <a:extLst>
              <a:ext uri="{FF2B5EF4-FFF2-40B4-BE49-F238E27FC236}">
                <a16:creationId xmlns:a16="http://schemas.microsoft.com/office/drawing/2014/main" id="{A2484E49-CCDA-1684-F73B-67031FE41509}"/>
              </a:ext>
            </a:extLst>
          </p:cNvPr>
          <p:cNvSpPr>
            <a:spLocks noGrp="1"/>
          </p:cNvSpPr>
          <p:nvPr>
            <p:ph type="sldNum" sz="quarter" idx="5"/>
          </p:nvPr>
        </p:nvSpPr>
        <p:spPr/>
        <p:txBody>
          <a:bodyPr/>
          <a:lstStyle/>
          <a:p>
            <a:fld id="{BF524507-0EC8-4EA3-B273-996B329D69FE}" type="slidenum">
              <a:rPr lang="en-IN" smtClean="0"/>
              <a:t>15</a:t>
            </a:fld>
            <a:endParaRPr lang="en-IN"/>
          </a:p>
        </p:txBody>
      </p:sp>
    </p:spTree>
    <p:extLst>
      <p:ext uri="{BB962C8B-B14F-4D97-AF65-F5344CB8AC3E}">
        <p14:creationId xmlns:p14="http://schemas.microsoft.com/office/powerpoint/2010/main" val="114752412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DD0C71-7F6A-16CC-0E19-6E5705079BA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7AB12E4-D281-9CDF-F1A6-3E615574762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698BFB9-7AC7-3DDB-8B87-524A0A1F4BF3}"/>
              </a:ext>
            </a:extLst>
          </p:cNvPr>
          <p:cNvSpPr>
            <a:spLocks noGrp="1"/>
          </p:cNvSpPr>
          <p:nvPr>
            <p:ph type="body" idx="1"/>
          </p:nvPr>
        </p:nvSpPr>
        <p:spPr/>
        <p:txBody>
          <a:bodyPr/>
          <a:lstStyle/>
          <a:p>
            <a:endParaRPr lang="en-IN" b="0" dirty="0"/>
          </a:p>
        </p:txBody>
      </p:sp>
      <p:sp>
        <p:nvSpPr>
          <p:cNvPr id="4" name="Slide Number Placeholder 3">
            <a:extLst>
              <a:ext uri="{FF2B5EF4-FFF2-40B4-BE49-F238E27FC236}">
                <a16:creationId xmlns:a16="http://schemas.microsoft.com/office/drawing/2014/main" id="{6A3D7DCD-3744-4D69-80A5-A1AE202A3F4C}"/>
              </a:ext>
            </a:extLst>
          </p:cNvPr>
          <p:cNvSpPr>
            <a:spLocks noGrp="1"/>
          </p:cNvSpPr>
          <p:nvPr>
            <p:ph type="sldNum" sz="quarter" idx="5"/>
          </p:nvPr>
        </p:nvSpPr>
        <p:spPr/>
        <p:txBody>
          <a:bodyPr/>
          <a:lstStyle/>
          <a:p>
            <a:fld id="{BF524507-0EC8-4EA3-B273-996B329D69FE}" type="slidenum">
              <a:rPr lang="en-IN" smtClean="0"/>
              <a:t>16</a:t>
            </a:fld>
            <a:endParaRPr lang="en-IN"/>
          </a:p>
        </p:txBody>
      </p:sp>
    </p:spTree>
    <p:extLst>
      <p:ext uri="{BB962C8B-B14F-4D97-AF65-F5344CB8AC3E}">
        <p14:creationId xmlns:p14="http://schemas.microsoft.com/office/powerpoint/2010/main" val="56645355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AD9D0D-8474-659E-B002-88589DB256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EC657A-D0CD-40E5-A877-CCA1B2182D0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392BF1E-6B9C-9871-166B-97F6B8CC0171}"/>
              </a:ext>
            </a:extLst>
          </p:cNvPr>
          <p:cNvSpPr>
            <a:spLocks noGrp="1"/>
          </p:cNvSpPr>
          <p:nvPr>
            <p:ph type="body" idx="1"/>
          </p:nvPr>
        </p:nvSpPr>
        <p:spPr/>
        <p:txBody>
          <a:bodyPr/>
          <a:lstStyle/>
          <a:p>
            <a:r>
              <a:rPr lang="en-US" dirty="0"/>
              <a:t>The IndiGo case shows that HRM failures often stem from leadership oversight. </a:t>
            </a:r>
            <a:r>
              <a:rPr lang="en-US"/>
              <a:t>When </a:t>
            </a:r>
            <a:r>
              <a:rPr lang="en-US" dirty="0"/>
              <a:t>leaders overlook people concerns, HRM turns from a strategic asset into a serious liability.</a:t>
            </a:r>
            <a:endParaRPr lang="en-IN" dirty="0"/>
          </a:p>
        </p:txBody>
      </p:sp>
      <p:sp>
        <p:nvSpPr>
          <p:cNvPr id="4" name="Slide Number Placeholder 3">
            <a:extLst>
              <a:ext uri="{FF2B5EF4-FFF2-40B4-BE49-F238E27FC236}">
                <a16:creationId xmlns:a16="http://schemas.microsoft.com/office/drawing/2014/main" id="{EAD14B58-5CC7-B026-256D-28D9A9039C7B}"/>
              </a:ext>
            </a:extLst>
          </p:cNvPr>
          <p:cNvSpPr>
            <a:spLocks noGrp="1"/>
          </p:cNvSpPr>
          <p:nvPr>
            <p:ph type="sldNum" sz="quarter" idx="5"/>
          </p:nvPr>
        </p:nvSpPr>
        <p:spPr/>
        <p:txBody>
          <a:bodyPr/>
          <a:lstStyle/>
          <a:p>
            <a:fld id="{BF524507-0EC8-4EA3-B273-996B329D69FE}" type="slidenum">
              <a:rPr lang="en-IN" smtClean="0"/>
              <a:t>17</a:t>
            </a:fld>
            <a:endParaRPr lang="en-IN"/>
          </a:p>
        </p:txBody>
      </p:sp>
    </p:spTree>
    <p:extLst>
      <p:ext uri="{BB962C8B-B14F-4D97-AF65-F5344CB8AC3E}">
        <p14:creationId xmlns:p14="http://schemas.microsoft.com/office/powerpoint/2010/main" val="9346670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C63FC3-2906-9E44-4B38-1B28A8E0728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442962EA-4311-B72F-BC39-D55B7D2D061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7D8BE3F6-B90D-8BE6-C8F4-38F8EA0774B5}"/>
              </a:ext>
            </a:extLst>
          </p:cNvPr>
          <p:cNvSpPr>
            <a:spLocks noGrp="1"/>
          </p:cNvSpPr>
          <p:nvPr>
            <p:ph type="dt" sz="half" idx="10"/>
          </p:nvPr>
        </p:nvSpPr>
        <p:spPr/>
        <p:txBody>
          <a:bodyPr/>
          <a:lstStyle/>
          <a:p>
            <a:fld id="{13B3CC07-08FA-4B68-A2D1-E2E1EFC81ECF}" type="datetime1">
              <a:rPr lang="en-IN" smtClean="0"/>
              <a:t>05-01-2026</a:t>
            </a:fld>
            <a:endParaRPr lang="en-IN"/>
          </a:p>
        </p:txBody>
      </p:sp>
      <p:sp>
        <p:nvSpPr>
          <p:cNvPr id="5" name="Footer Placeholder 4">
            <a:extLst>
              <a:ext uri="{FF2B5EF4-FFF2-40B4-BE49-F238E27FC236}">
                <a16:creationId xmlns:a16="http://schemas.microsoft.com/office/drawing/2014/main" id="{A6CA01C8-8157-480B-021F-A5DC54173D3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88084B3-6800-7ED6-FD01-1BB4E29B6B85}"/>
              </a:ext>
            </a:extLst>
          </p:cNvPr>
          <p:cNvSpPr>
            <a:spLocks noGrp="1"/>
          </p:cNvSpPr>
          <p:nvPr>
            <p:ph type="sldNum" sz="quarter" idx="12"/>
          </p:nvPr>
        </p:nvSpPr>
        <p:spPr/>
        <p:txBody>
          <a:bodyPr/>
          <a:lstStyle/>
          <a:p>
            <a:fld id="{AADF62B3-C5AA-40A0-A9F3-B28CB0ADD062}" type="slidenum">
              <a:rPr lang="en-IN" smtClean="0"/>
              <a:t>‹#›</a:t>
            </a:fld>
            <a:endParaRPr lang="en-IN"/>
          </a:p>
        </p:txBody>
      </p:sp>
    </p:spTree>
    <p:extLst>
      <p:ext uri="{BB962C8B-B14F-4D97-AF65-F5344CB8AC3E}">
        <p14:creationId xmlns:p14="http://schemas.microsoft.com/office/powerpoint/2010/main" val="35937493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2A1580-687F-8C25-CA63-9E987B6D7B3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F82359F-2536-1ECC-EE1F-53E35FE0AED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06E25D0-3393-F15A-1E96-976E6254E158}"/>
              </a:ext>
            </a:extLst>
          </p:cNvPr>
          <p:cNvSpPr>
            <a:spLocks noGrp="1"/>
          </p:cNvSpPr>
          <p:nvPr>
            <p:ph type="dt" sz="half" idx="10"/>
          </p:nvPr>
        </p:nvSpPr>
        <p:spPr/>
        <p:txBody>
          <a:bodyPr/>
          <a:lstStyle/>
          <a:p>
            <a:fld id="{817B68BF-F4EE-4874-8706-CFE43D309819}" type="datetime1">
              <a:rPr lang="en-IN" smtClean="0"/>
              <a:t>05-01-2026</a:t>
            </a:fld>
            <a:endParaRPr lang="en-IN"/>
          </a:p>
        </p:txBody>
      </p:sp>
      <p:sp>
        <p:nvSpPr>
          <p:cNvPr id="5" name="Footer Placeholder 4">
            <a:extLst>
              <a:ext uri="{FF2B5EF4-FFF2-40B4-BE49-F238E27FC236}">
                <a16:creationId xmlns:a16="http://schemas.microsoft.com/office/drawing/2014/main" id="{E4A10498-C407-C056-9732-D8516B298D7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9D1C224-4F81-FFDE-F63D-33A63375E39A}"/>
              </a:ext>
            </a:extLst>
          </p:cNvPr>
          <p:cNvSpPr>
            <a:spLocks noGrp="1"/>
          </p:cNvSpPr>
          <p:nvPr>
            <p:ph type="sldNum" sz="quarter" idx="12"/>
          </p:nvPr>
        </p:nvSpPr>
        <p:spPr/>
        <p:txBody>
          <a:bodyPr/>
          <a:lstStyle/>
          <a:p>
            <a:fld id="{AADF62B3-C5AA-40A0-A9F3-B28CB0ADD062}" type="slidenum">
              <a:rPr lang="en-IN" smtClean="0"/>
              <a:t>‹#›</a:t>
            </a:fld>
            <a:endParaRPr lang="en-IN"/>
          </a:p>
        </p:txBody>
      </p:sp>
    </p:spTree>
    <p:extLst>
      <p:ext uri="{BB962C8B-B14F-4D97-AF65-F5344CB8AC3E}">
        <p14:creationId xmlns:p14="http://schemas.microsoft.com/office/powerpoint/2010/main" val="3223919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876BDE-F59D-3916-BE99-3F3CDA03694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FE2B2885-254B-E748-0E63-CA04A0F866D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FC99BF4-B047-70BA-4467-D344CAD2D0F6}"/>
              </a:ext>
            </a:extLst>
          </p:cNvPr>
          <p:cNvSpPr>
            <a:spLocks noGrp="1"/>
          </p:cNvSpPr>
          <p:nvPr>
            <p:ph type="dt" sz="half" idx="10"/>
          </p:nvPr>
        </p:nvSpPr>
        <p:spPr/>
        <p:txBody>
          <a:bodyPr/>
          <a:lstStyle/>
          <a:p>
            <a:fld id="{46FF7A03-8140-4A91-8D82-7C898A4726F7}" type="datetime1">
              <a:rPr lang="en-IN" smtClean="0"/>
              <a:t>05-01-2026</a:t>
            </a:fld>
            <a:endParaRPr lang="en-IN"/>
          </a:p>
        </p:txBody>
      </p:sp>
      <p:sp>
        <p:nvSpPr>
          <p:cNvPr id="5" name="Footer Placeholder 4">
            <a:extLst>
              <a:ext uri="{FF2B5EF4-FFF2-40B4-BE49-F238E27FC236}">
                <a16:creationId xmlns:a16="http://schemas.microsoft.com/office/drawing/2014/main" id="{51DE6E3E-27D5-1CA4-73EF-17F33DC9B29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C851235-9ABD-7D84-30F4-A8356A7E5BC4}"/>
              </a:ext>
            </a:extLst>
          </p:cNvPr>
          <p:cNvSpPr>
            <a:spLocks noGrp="1"/>
          </p:cNvSpPr>
          <p:nvPr>
            <p:ph type="sldNum" sz="quarter" idx="12"/>
          </p:nvPr>
        </p:nvSpPr>
        <p:spPr/>
        <p:txBody>
          <a:bodyPr/>
          <a:lstStyle/>
          <a:p>
            <a:fld id="{AADF62B3-C5AA-40A0-A9F3-B28CB0ADD062}" type="slidenum">
              <a:rPr lang="en-IN" smtClean="0"/>
              <a:t>‹#›</a:t>
            </a:fld>
            <a:endParaRPr lang="en-IN"/>
          </a:p>
        </p:txBody>
      </p:sp>
    </p:spTree>
    <p:extLst>
      <p:ext uri="{BB962C8B-B14F-4D97-AF65-F5344CB8AC3E}">
        <p14:creationId xmlns:p14="http://schemas.microsoft.com/office/powerpoint/2010/main" val="16473455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FBECFE-8C1D-4A4F-02B7-34B209080B3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5959D67-F303-B979-D561-184F3C4F01A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1342FC5F-EB7D-CAB2-EF99-25A6C4B9EE5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E7934951-74DA-2E7F-9FA5-6C3A9A36687A}"/>
              </a:ext>
            </a:extLst>
          </p:cNvPr>
          <p:cNvSpPr>
            <a:spLocks noGrp="1"/>
          </p:cNvSpPr>
          <p:nvPr>
            <p:ph type="dt" sz="half" idx="10"/>
          </p:nvPr>
        </p:nvSpPr>
        <p:spPr/>
        <p:txBody>
          <a:bodyPr/>
          <a:lstStyle/>
          <a:p>
            <a:fld id="{3E174EAA-08B7-4950-8B84-898E3A5AD371}" type="datetime1">
              <a:rPr lang="en-IN" smtClean="0"/>
              <a:t>05-01-2026</a:t>
            </a:fld>
            <a:endParaRPr lang="en-IN"/>
          </a:p>
        </p:txBody>
      </p:sp>
      <p:sp>
        <p:nvSpPr>
          <p:cNvPr id="6" name="Footer Placeholder 5">
            <a:extLst>
              <a:ext uri="{FF2B5EF4-FFF2-40B4-BE49-F238E27FC236}">
                <a16:creationId xmlns:a16="http://schemas.microsoft.com/office/drawing/2014/main" id="{D6690BD2-400D-0F16-FDCF-F5F2C951D52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F29E550-5877-60E6-029F-B040FD57F182}"/>
              </a:ext>
            </a:extLst>
          </p:cNvPr>
          <p:cNvSpPr>
            <a:spLocks noGrp="1"/>
          </p:cNvSpPr>
          <p:nvPr>
            <p:ph type="sldNum" sz="quarter" idx="12"/>
          </p:nvPr>
        </p:nvSpPr>
        <p:spPr/>
        <p:txBody>
          <a:bodyPr/>
          <a:lstStyle/>
          <a:p>
            <a:fld id="{AADF62B3-C5AA-40A0-A9F3-B28CB0ADD062}" type="slidenum">
              <a:rPr lang="en-IN" smtClean="0"/>
              <a:t>‹#›</a:t>
            </a:fld>
            <a:endParaRPr lang="en-IN"/>
          </a:p>
        </p:txBody>
      </p:sp>
    </p:spTree>
    <p:extLst>
      <p:ext uri="{BB962C8B-B14F-4D97-AF65-F5344CB8AC3E}">
        <p14:creationId xmlns:p14="http://schemas.microsoft.com/office/powerpoint/2010/main" val="17963864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A5D786-C368-C851-4121-E1D06633E582}"/>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241C2A0-87E0-13F3-D778-380E9886F63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8345655-7B33-3FC6-29E6-35DF8F32EBA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C0E79D96-DAA8-182F-831D-DEB42766CF6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F47B391-5963-12AC-8D11-0586563CF52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4167E0A7-2AC7-FDA8-D542-239B34C56996}"/>
              </a:ext>
            </a:extLst>
          </p:cNvPr>
          <p:cNvSpPr>
            <a:spLocks noGrp="1"/>
          </p:cNvSpPr>
          <p:nvPr>
            <p:ph type="dt" sz="half" idx="10"/>
          </p:nvPr>
        </p:nvSpPr>
        <p:spPr/>
        <p:txBody>
          <a:bodyPr/>
          <a:lstStyle/>
          <a:p>
            <a:fld id="{310A22C9-8E5A-47FE-926A-30DEE2E438E6}" type="datetime1">
              <a:rPr lang="en-IN" smtClean="0"/>
              <a:t>05-01-2026</a:t>
            </a:fld>
            <a:endParaRPr lang="en-IN"/>
          </a:p>
        </p:txBody>
      </p:sp>
      <p:sp>
        <p:nvSpPr>
          <p:cNvPr id="8" name="Footer Placeholder 7">
            <a:extLst>
              <a:ext uri="{FF2B5EF4-FFF2-40B4-BE49-F238E27FC236}">
                <a16:creationId xmlns:a16="http://schemas.microsoft.com/office/drawing/2014/main" id="{7EB81BDA-2F97-9BDC-35AC-EE4FE0EDC091}"/>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18839D4F-44C2-2BAE-AFF3-11949F40FC39}"/>
              </a:ext>
            </a:extLst>
          </p:cNvPr>
          <p:cNvSpPr>
            <a:spLocks noGrp="1"/>
          </p:cNvSpPr>
          <p:nvPr>
            <p:ph type="sldNum" sz="quarter" idx="12"/>
          </p:nvPr>
        </p:nvSpPr>
        <p:spPr/>
        <p:txBody>
          <a:bodyPr/>
          <a:lstStyle/>
          <a:p>
            <a:fld id="{AADF62B3-C5AA-40A0-A9F3-B28CB0ADD062}" type="slidenum">
              <a:rPr lang="en-IN" smtClean="0"/>
              <a:t>‹#›</a:t>
            </a:fld>
            <a:endParaRPr lang="en-IN"/>
          </a:p>
        </p:txBody>
      </p:sp>
    </p:spTree>
    <p:extLst>
      <p:ext uri="{BB962C8B-B14F-4D97-AF65-F5344CB8AC3E}">
        <p14:creationId xmlns:p14="http://schemas.microsoft.com/office/powerpoint/2010/main" val="38783478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FE9A6C-5787-E731-B168-B9A1370F8CC4}"/>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7195A126-4EBA-7567-72C3-7E67C1735346}"/>
              </a:ext>
            </a:extLst>
          </p:cNvPr>
          <p:cNvSpPr>
            <a:spLocks noGrp="1"/>
          </p:cNvSpPr>
          <p:nvPr>
            <p:ph type="dt" sz="half" idx="10"/>
          </p:nvPr>
        </p:nvSpPr>
        <p:spPr/>
        <p:txBody>
          <a:bodyPr/>
          <a:lstStyle/>
          <a:p>
            <a:fld id="{662690BF-D8D9-4366-B8C0-F1F794FA1828}" type="datetime1">
              <a:rPr lang="en-IN" smtClean="0"/>
              <a:t>05-01-2026</a:t>
            </a:fld>
            <a:endParaRPr lang="en-IN"/>
          </a:p>
        </p:txBody>
      </p:sp>
      <p:sp>
        <p:nvSpPr>
          <p:cNvPr id="4" name="Footer Placeholder 3">
            <a:extLst>
              <a:ext uri="{FF2B5EF4-FFF2-40B4-BE49-F238E27FC236}">
                <a16:creationId xmlns:a16="http://schemas.microsoft.com/office/drawing/2014/main" id="{90AD2D22-ADE8-D22D-B176-62B73D5F7352}"/>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5CFCED58-60BD-8C2E-2B66-754A9E87FEE2}"/>
              </a:ext>
            </a:extLst>
          </p:cNvPr>
          <p:cNvSpPr>
            <a:spLocks noGrp="1"/>
          </p:cNvSpPr>
          <p:nvPr>
            <p:ph type="sldNum" sz="quarter" idx="12"/>
          </p:nvPr>
        </p:nvSpPr>
        <p:spPr/>
        <p:txBody>
          <a:bodyPr/>
          <a:lstStyle/>
          <a:p>
            <a:fld id="{AADF62B3-C5AA-40A0-A9F3-B28CB0ADD062}" type="slidenum">
              <a:rPr lang="en-IN" smtClean="0"/>
              <a:t>‹#›</a:t>
            </a:fld>
            <a:endParaRPr lang="en-IN"/>
          </a:p>
        </p:txBody>
      </p:sp>
    </p:spTree>
    <p:extLst>
      <p:ext uri="{BB962C8B-B14F-4D97-AF65-F5344CB8AC3E}">
        <p14:creationId xmlns:p14="http://schemas.microsoft.com/office/powerpoint/2010/main" val="41741211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270A823-DC02-DA1C-6CAD-42893C89D4F7}"/>
              </a:ext>
            </a:extLst>
          </p:cNvPr>
          <p:cNvSpPr>
            <a:spLocks noGrp="1"/>
          </p:cNvSpPr>
          <p:nvPr>
            <p:ph type="dt" sz="half" idx="10"/>
          </p:nvPr>
        </p:nvSpPr>
        <p:spPr/>
        <p:txBody>
          <a:bodyPr/>
          <a:lstStyle/>
          <a:p>
            <a:fld id="{272A32BB-E79C-4767-9B0C-AB8A26636FED}" type="datetime1">
              <a:rPr lang="en-IN" smtClean="0"/>
              <a:t>05-01-2026</a:t>
            </a:fld>
            <a:endParaRPr lang="en-IN"/>
          </a:p>
        </p:txBody>
      </p:sp>
      <p:sp>
        <p:nvSpPr>
          <p:cNvPr id="3" name="Footer Placeholder 2">
            <a:extLst>
              <a:ext uri="{FF2B5EF4-FFF2-40B4-BE49-F238E27FC236}">
                <a16:creationId xmlns:a16="http://schemas.microsoft.com/office/drawing/2014/main" id="{A170F638-6ED6-5305-3998-3CCF385FBB89}"/>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8BDDF535-AC50-618F-7B03-96F720EE27CB}"/>
              </a:ext>
            </a:extLst>
          </p:cNvPr>
          <p:cNvSpPr>
            <a:spLocks noGrp="1"/>
          </p:cNvSpPr>
          <p:nvPr>
            <p:ph type="sldNum" sz="quarter" idx="12"/>
          </p:nvPr>
        </p:nvSpPr>
        <p:spPr/>
        <p:txBody>
          <a:bodyPr/>
          <a:lstStyle/>
          <a:p>
            <a:fld id="{AADF62B3-C5AA-40A0-A9F3-B28CB0ADD062}" type="slidenum">
              <a:rPr lang="en-IN" smtClean="0"/>
              <a:t>‹#›</a:t>
            </a:fld>
            <a:endParaRPr lang="en-IN"/>
          </a:p>
        </p:txBody>
      </p:sp>
    </p:spTree>
    <p:extLst>
      <p:ext uri="{BB962C8B-B14F-4D97-AF65-F5344CB8AC3E}">
        <p14:creationId xmlns:p14="http://schemas.microsoft.com/office/powerpoint/2010/main" val="607297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A4F581-FE11-714E-06F1-0C44E2D0777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0A316040-CABE-5B25-9B44-4EFF7FB4DFA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F1301784-2BB5-1A08-9A61-A3657BCCB9F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3005B02-578A-1552-92A1-D70501602A71}"/>
              </a:ext>
            </a:extLst>
          </p:cNvPr>
          <p:cNvSpPr>
            <a:spLocks noGrp="1"/>
          </p:cNvSpPr>
          <p:nvPr>
            <p:ph type="dt" sz="half" idx="10"/>
          </p:nvPr>
        </p:nvSpPr>
        <p:spPr/>
        <p:txBody>
          <a:bodyPr/>
          <a:lstStyle/>
          <a:p>
            <a:fld id="{94A5DEC9-A408-4673-BFCF-7D82B5420ABC}" type="datetime1">
              <a:rPr lang="en-IN" smtClean="0"/>
              <a:t>05-01-2026</a:t>
            </a:fld>
            <a:endParaRPr lang="en-IN"/>
          </a:p>
        </p:txBody>
      </p:sp>
      <p:sp>
        <p:nvSpPr>
          <p:cNvPr id="6" name="Footer Placeholder 5">
            <a:extLst>
              <a:ext uri="{FF2B5EF4-FFF2-40B4-BE49-F238E27FC236}">
                <a16:creationId xmlns:a16="http://schemas.microsoft.com/office/drawing/2014/main" id="{A7DC6980-2CCB-3550-C0F5-D6D6D76EAD6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582C103-580B-84DE-74D6-65024C80A7FF}"/>
              </a:ext>
            </a:extLst>
          </p:cNvPr>
          <p:cNvSpPr>
            <a:spLocks noGrp="1"/>
          </p:cNvSpPr>
          <p:nvPr>
            <p:ph type="sldNum" sz="quarter" idx="12"/>
          </p:nvPr>
        </p:nvSpPr>
        <p:spPr/>
        <p:txBody>
          <a:bodyPr/>
          <a:lstStyle/>
          <a:p>
            <a:fld id="{AADF62B3-C5AA-40A0-A9F3-B28CB0ADD062}" type="slidenum">
              <a:rPr lang="en-IN" smtClean="0"/>
              <a:t>‹#›</a:t>
            </a:fld>
            <a:endParaRPr lang="en-IN"/>
          </a:p>
        </p:txBody>
      </p:sp>
    </p:spTree>
    <p:extLst>
      <p:ext uri="{BB962C8B-B14F-4D97-AF65-F5344CB8AC3E}">
        <p14:creationId xmlns:p14="http://schemas.microsoft.com/office/powerpoint/2010/main" val="30973678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6C442D-E7A5-B807-9CAB-61051A8F760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891AC2F4-A2D9-6A2D-EBEE-ED30E808F1B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157D68BC-C80B-67B6-ACCB-9F12C645A66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33983E6-DFEF-7293-EE3A-0408091B8A38}"/>
              </a:ext>
            </a:extLst>
          </p:cNvPr>
          <p:cNvSpPr>
            <a:spLocks noGrp="1"/>
          </p:cNvSpPr>
          <p:nvPr>
            <p:ph type="dt" sz="half" idx="10"/>
          </p:nvPr>
        </p:nvSpPr>
        <p:spPr/>
        <p:txBody>
          <a:bodyPr/>
          <a:lstStyle/>
          <a:p>
            <a:fld id="{354A31D7-7267-4368-A106-5BE2ACE9666C}" type="datetime1">
              <a:rPr lang="en-IN" smtClean="0"/>
              <a:t>05-01-2026</a:t>
            </a:fld>
            <a:endParaRPr lang="en-IN"/>
          </a:p>
        </p:txBody>
      </p:sp>
      <p:sp>
        <p:nvSpPr>
          <p:cNvPr id="6" name="Footer Placeholder 5">
            <a:extLst>
              <a:ext uri="{FF2B5EF4-FFF2-40B4-BE49-F238E27FC236}">
                <a16:creationId xmlns:a16="http://schemas.microsoft.com/office/drawing/2014/main" id="{CDD28E54-1164-BCAB-8C83-0E32C6C56E2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CF25217-434C-4986-A1FA-11891B87BC80}"/>
              </a:ext>
            </a:extLst>
          </p:cNvPr>
          <p:cNvSpPr>
            <a:spLocks noGrp="1"/>
          </p:cNvSpPr>
          <p:nvPr>
            <p:ph type="sldNum" sz="quarter" idx="12"/>
          </p:nvPr>
        </p:nvSpPr>
        <p:spPr/>
        <p:txBody>
          <a:bodyPr/>
          <a:lstStyle/>
          <a:p>
            <a:fld id="{AADF62B3-C5AA-40A0-A9F3-B28CB0ADD062}" type="slidenum">
              <a:rPr lang="en-IN" smtClean="0"/>
              <a:t>‹#›</a:t>
            </a:fld>
            <a:endParaRPr lang="en-IN"/>
          </a:p>
        </p:txBody>
      </p:sp>
    </p:spTree>
    <p:extLst>
      <p:ext uri="{BB962C8B-B14F-4D97-AF65-F5344CB8AC3E}">
        <p14:creationId xmlns:p14="http://schemas.microsoft.com/office/powerpoint/2010/main" val="27264687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E5DE81-A5F9-3AE4-2CC7-F4DAC2722682}"/>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FB4C536-D4BC-D02B-084E-D216F21ECB8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E20050C-6EF6-A00A-A995-5AA8D5A6E95A}"/>
              </a:ext>
            </a:extLst>
          </p:cNvPr>
          <p:cNvSpPr>
            <a:spLocks noGrp="1"/>
          </p:cNvSpPr>
          <p:nvPr>
            <p:ph type="dt" sz="half" idx="10"/>
          </p:nvPr>
        </p:nvSpPr>
        <p:spPr/>
        <p:txBody>
          <a:bodyPr/>
          <a:lstStyle/>
          <a:p>
            <a:fld id="{5068F400-A559-4846-8343-27D33AEB51A9}" type="datetime1">
              <a:rPr lang="en-IN" smtClean="0"/>
              <a:t>05-01-2026</a:t>
            </a:fld>
            <a:endParaRPr lang="en-IN"/>
          </a:p>
        </p:txBody>
      </p:sp>
      <p:sp>
        <p:nvSpPr>
          <p:cNvPr id="5" name="Footer Placeholder 4">
            <a:extLst>
              <a:ext uri="{FF2B5EF4-FFF2-40B4-BE49-F238E27FC236}">
                <a16:creationId xmlns:a16="http://schemas.microsoft.com/office/drawing/2014/main" id="{E1DB0DAC-712A-9B15-20CF-67091F4991B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76713AE-68E2-D0D2-9782-92852020342B}"/>
              </a:ext>
            </a:extLst>
          </p:cNvPr>
          <p:cNvSpPr>
            <a:spLocks noGrp="1"/>
          </p:cNvSpPr>
          <p:nvPr>
            <p:ph type="sldNum" sz="quarter" idx="12"/>
          </p:nvPr>
        </p:nvSpPr>
        <p:spPr/>
        <p:txBody>
          <a:bodyPr/>
          <a:lstStyle/>
          <a:p>
            <a:fld id="{AADF62B3-C5AA-40A0-A9F3-B28CB0ADD062}" type="slidenum">
              <a:rPr lang="en-IN" smtClean="0"/>
              <a:t>‹#›</a:t>
            </a:fld>
            <a:endParaRPr lang="en-IN"/>
          </a:p>
        </p:txBody>
      </p:sp>
    </p:spTree>
    <p:extLst>
      <p:ext uri="{BB962C8B-B14F-4D97-AF65-F5344CB8AC3E}">
        <p14:creationId xmlns:p14="http://schemas.microsoft.com/office/powerpoint/2010/main" val="20455233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E111C19-BAAA-EB2E-95BE-4E1779EC421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5C91995-B4A4-E3B0-025A-661FA9B53F9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975763D-55A4-E8FC-4A31-047532752CFE}"/>
              </a:ext>
            </a:extLst>
          </p:cNvPr>
          <p:cNvSpPr>
            <a:spLocks noGrp="1"/>
          </p:cNvSpPr>
          <p:nvPr>
            <p:ph type="dt" sz="half" idx="10"/>
          </p:nvPr>
        </p:nvSpPr>
        <p:spPr/>
        <p:txBody>
          <a:bodyPr/>
          <a:lstStyle/>
          <a:p>
            <a:fld id="{06092BC6-2F09-4874-9703-B8B99CEA4FBE}" type="datetime1">
              <a:rPr lang="en-IN" smtClean="0"/>
              <a:t>05-01-2026</a:t>
            </a:fld>
            <a:endParaRPr lang="en-IN"/>
          </a:p>
        </p:txBody>
      </p:sp>
      <p:sp>
        <p:nvSpPr>
          <p:cNvPr id="5" name="Footer Placeholder 4">
            <a:extLst>
              <a:ext uri="{FF2B5EF4-FFF2-40B4-BE49-F238E27FC236}">
                <a16:creationId xmlns:a16="http://schemas.microsoft.com/office/drawing/2014/main" id="{3CBB26FB-02DD-76C5-365A-C4D63F672C4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9F52ADF-3FFB-0B80-90E5-46567006EF79}"/>
              </a:ext>
            </a:extLst>
          </p:cNvPr>
          <p:cNvSpPr>
            <a:spLocks noGrp="1"/>
          </p:cNvSpPr>
          <p:nvPr>
            <p:ph type="sldNum" sz="quarter" idx="12"/>
          </p:nvPr>
        </p:nvSpPr>
        <p:spPr/>
        <p:txBody>
          <a:bodyPr/>
          <a:lstStyle/>
          <a:p>
            <a:fld id="{AADF62B3-C5AA-40A0-A9F3-B28CB0ADD062}" type="slidenum">
              <a:rPr lang="en-IN" smtClean="0"/>
              <a:t>‹#›</a:t>
            </a:fld>
            <a:endParaRPr lang="en-IN"/>
          </a:p>
        </p:txBody>
      </p:sp>
    </p:spTree>
    <p:extLst>
      <p:ext uri="{BB962C8B-B14F-4D97-AF65-F5344CB8AC3E}">
        <p14:creationId xmlns:p14="http://schemas.microsoft.com/office/powerpoint/2010/main" val="18295841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B536D4F-1BF0-EB63-9C08-AFFCADE6AA0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DD12B87-A9BF-8BBA-9A3D-4A918163E59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7951BFF-68C6-9F0C-375F-63BFA974329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233E590-56FD-4556-BEA9-796E5AC96765}" type="datetime1">
              <a:rPr lang="en-IN" smtClean="0"/>
              <a:t>05-01-2026</a:t>
            </a:fld>
            <a:endParaRPr lang="en-IN"/>
          </a:p>
        </p:txBody>
      </p:sp>
      <p:sp>
        <p:nvSpPr>
          <p:cNvPr id="5" name="Footer Placeholder 4">
            <a:extLst>
              <a:ext uri="{FF2B5EF4-FFF2-40B4-BE49-F238E27FC236}">
                <a16:creationId xmlns:a16="http://schemas.microsoft.com/office/drawing/2014/main" id="{3F66E782-B9B7-65CB-DCA8-5EDF33F54AD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4CC4CC99-D7DC-7342-A60E-01C9DFC795C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ADF62B3-C5AA-40A0-A9F3-B28CB0ADD062}" type="slidenum">
              <a:rPr lang="en-IN" smtClean="0"/>
              <a:t>‹#›</a:t>
            </a:fld>
            <a:endParaRPr lang="en-IN"/>
          </a:p>
        </p:txBody>
      </p:sp>
    </p:spTree>
    <p:extLst>
      <p:ext uri="{BB962C8B-B14F-4D97-AF65-F5344CB8AC3E}">
        <p14:creationId xmlns:p14="http://schemas.microsoft.com/office/powerpoint/2010/main" val="53892170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4E9462-3872-25F0-827F-922019BA5AAE}"/>
              </a:ext>
            </a:extLst>
          </p:cNvPr>
          <p:cNvSpPr>
            <a:spLocks noGrp="1"/>
          </p:cNvSpPr>
          <p:nvPr>
            <p:ph type="ctrTitle"/>
          </p:nvPr>
        </p:nvSpPr>
        <p:spPr/>
        <p:txBody>
          <a:bodyPr>
            <a:normAutofit/>
          </a:bodyPr>
          <a:lstStyle/>
          <a:p>
            <a:r>
              <a:rPr lang="en-US" sz="4400" dirty="0">
                <a:solidFill>
                  <a:schemeClr val="accent1"/>
                </a:solidFill>
                <a:latin typeface="Tahoma" panose="020B0604030504040204" pitchFamily="34" charset="0"/>
                <a:ea typeface="Tahoma" panose="020B0604030504040204" pitchFamily="34" charset="0"/>
                <a:cs typeface="Tahoma" panose="020B0604030504040204" pitchFamily="34" charset="0"/>
              </a:rPr>
              <a:t>Human Resource Management  </a:t>
            </a:r>
            <a:endParaRPr lang="en-IN" sz="4400" dirty="0">
              <a:solidFill>
                <a:schemeClr val="accent1"/>
              </a:solidFill>
              <a:latin typeface="Tahoma" panose="020B0604030504040204" pitchFamily="34" charset="0"/>
              <a:ea typeface="Tahoma" panose="020B0604030504040204" pitchFamily="34" charset="0"/>
              <a:cs typeface="Tahoma" panose="020B0604030504040204" pitchFamily="34" charset="0"/>
            </a:endParaRPr>
          </a:p>
        </p:txBody>
      </p:sp>
      <p:sp>
        <p:nvSpPr>
          <p:cNvPr id="3" name="Subtitle 2">
            <a:extLst>
              <a:ext uri="{FF2B5EF4-FFF2-40B4-BE49-F238E27FC236}">
                <a16:creationId xmlns:a16="http://schemas.microsoft.com/office/drawing/2014/main" id="{D62ABCB2-B73F-64EA-61ED-D8B16CDB9DCF}"/>
              </a:ext>
            </a:extLst>
          </p:cNvPr>
          <p:cNvSpPr>
            <a:spLocks noGrp="1"/>
          </p:cNvSpPr>
          <p:nvPr>
            <p:ph type="subTitle" idx="1"/>
          </p:nvPr>
        </p:nvSpPr>
        <p:spPr/>
        <p:txBody>
          <a:bodyPr/>
          <a:lstStyle/>
          <a:p>
            <a:r>
              <a:rPr lang="en-US" dirty="0"/>
              <a:t>MBA</a:t>
            </a:r>
          </a:p>
          <a:p>
            <a:r>
              <a:rPr lang="en-US" dirty="0"/>
              <a:t>Dr. Sumagna Bhowmick </a:t>
            </a:r>
            <a:endParaRPr lang="en-IN" dirty="0"/>
          </a:p>
        </p:txBody>
      </p:sp>
      <p:sp>
        <p:nvSpPr>
          <p:cNvPr id="4" name="Slide Number Placeholder 3">
            <a:extLst>
              <a:ext uri="{FF2B5EF4-FFF2-40B4-BE49-F238E27FC236}">
                <a16:creationId xmlns:a16="http://schemas.microsoft.com/office/drawing/2014/main" id="{0A462558-45CD-7D5F-3BF2-D8892C0FB4EC}"/>
              </a:ext>
            </a:extLst>
          </p:cNvPr>
          <p:cNvSpPr>
            <a:spLocks noGrp="1"/>
          </p:cNvSpPr>
          <p:nvPr>
            <p:ph type="sldNum" sz="quarter" idx="12"/>
          </p:nvPr>
        </p:nvSpPr>
        <p:spPr/>
        <p:txBody>
          <a:bodyPr/>
          <a:lstStyle/>
          <a:p>
            <a:fld id="{AADF62B3-C5AA-40A0-A9F3-B28CB0ADD062}" type="slidenum">
              <a:rPr lang="en-IN" smtClean="0"/>
              <a:t>1</a:t>
            </a:fld>
            <a:endParaRPr lang="en-IN"/>
          </a:p>
        </p:txBody>
      </p:sp>
    </p:spTree>
    <p:extLst>
      <p:ext uri="{BB962C8B-B14F-4D97-AF65-F5344CB8AC3E}">
        <p14:creationId xmlns:p14="http://schemas.microsoft.com/office/powerpoint/2010/main" val="16112852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906155-2FF9-91B5-3204-5074E7A350E7}"/>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F686F9F-E7D4-3C0D-5585-A4312E42FD7B}"/>
              </a:ext>
            </a:extLst>
          </p:cNvPr>
          <p:cNvSpPr>
            <a:spLocks noGrp="1"/>
          </p:cNvSpPr>
          <p:nvPr>
            <p:ph idx="1"/>
          </p:nvPr>
        </p:nvSpPr>
        <p:spPr>
          <a:xfrm>
            <a:off x="838200" y="1825624"/>
            <a:ext cx="10820400" cy="2220389"/>
          </a:xfrm>
          <a:ln>
            <a:solidFill>
              <a:schemeClr val="bg2">
                <a:lumMod val="90000"/>
              </a:schemeClr>
            </a:solidFill>
          </a:ln>
        </p:spPr>
        <p:txBody>
          <a:bodyPr>
            <a:noAutofit/>
          </a:bodyPr>
          <a:lstStyle/>
          <a:p>
            <a:pPr marL="0" indent="0">
              <a:lnSpc>
                <a:spcPct val="200000"/>
              </a:lnSpc>
              <a:buNone/>
            </a:pPr>
            <a:r>
              <a:rPr lang="en-US" sz="1600" i="1" dirty="0">
                <a:latin typeface="Tahoma" panose="020B0604030504040204" pitchFamily="34" charset="0"/>
                <a:ea typeface="Tahoma" panose="020B0604030504040204" pitchFamily="34" charset="0"/>
                <a:cs typeface="Tahoma" panose="020B0604030504040204" pitchFamily="34" charset="0"/>
              </a:rPr>
              <a:t>In organizations, people are mainly</a:t>
            </a:r>
          </a:p>
          <a:p>
            <a:pPr marL="0" indent="0">
              <a:lnSpc>
                <a:spcPct val="200000"/>
              </a:lnSpc>
              <a:buNone/>
            </a:pPr>
            <a:r>
              <a:rPr lang="en-US" sz="1600" i="1" dirty="0">
                <a:latin typeface="Tahoma" panose="020B0604030504040204" pitchFamily="34" charset="0"/>
                <a:ea typeface="Tahoma" panose="020B0604030504040204" pitchFamily="34" charset="0"/>
                <a:cs typeface="Tahoma" panose="020B0604030504040204" pitchFamily="34" charset="0"/>
              </a:rPr>
              <a:t>A. A cost to be controlled</a:t>
            </a:r>
          </a:p>
          <a:p>
            <a:pPr marL="0" indent="0">
              <a:lnSpc>
                <a:spcPct val="200000"/>
              </a:lnSpc>
              <a:buNone/>
            </a:pPr>
            <a:r>
              <a:rPr lang="en-US" sz="1600" i="1" dirty="0">
                <a:latin typeface="Tahoma" panose="020B0604030504040204" pitchFamily="34" charset="0"/>
                <a:ea typeface="Tahoma" panose="020B0604030504040204" pitchFamily="34" charset="0"/>
                <a:cs typeface="Tahoma" panose="020B0604030504040204" pitchFamily="34" charset="0"/>
              </a:rPr>
              <a:t>B. An asset to be developed</a:t>
            </a:r>
            <a:endParaRPr lang="en-IN" sz="1600" i="1" dirty="0">
              <a:latin typeface="Tahoma" panose="020B0604030504040204" pitchFamily="34" charset="0"/>
              <a:ea typeface="Tahoma" panose="020B0604030504040204" pitchFamily="34" charset="0"/>
              <a:cs typeface="Tahoma" panose="020B0604030504040204" pitchFamily="34" charset="0"/>
            </a:endParaRPr>
          </a:p>
        </p:txBody>
      </p:sp>
      <p:cxnSp>
        <p:nvCxnSpPr>
          <p:cNvPr id="4" name="Straight Connector 3">
            <a:extLst>
              <a:ext uri="{FF2B5EF4-FFF2-40B4-BE49-F238E27FC236}">
                <a16:creationId xmlns:a16="http://schemas.microsoft.com/office/drawing/2014/main" id="{99CA6094-B198-2DA7-4EEF-7341BD956F75}"/>
              </a:ext>
            </a:extLst>
          </p:cNvPr>
          <p:cNvCxnSpPr/>
          <p:nvPr/>
        </p:nvCxnSpPr>
        <p:spPr>
          <a:xfrm>
            <a:off x="256032" y="1197864"/>
            <a:ext cx="11786616"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5" name="Title 1">
            <a:extLst>
              <a:ext uri="{FF2B5EF4-FFF2-40B4-BE49-F238E27FC236}">
                <a16:creationId xmlns:a16="http://schemas.microsoft.com/office/drawing/2014/main" id="{B1B84DFC-0D9B-45A4-DB5D-025E7AA45A03}"/>
              </a:ext>
            </a:extLst>
          </p:cNvPr>
          <p:cNvSpPr>
            <a:spLocks noGrp="1"/>
          </p:cNvSpPr>
          <p:nvPr>
            <p:ph type="title"/>
          </p:nvPr>
        </p:nvSpPr>
        <p:spPr>
          <a:xfrm>
            <a:off x="838200" y="356552"/>
            <a:ext cx="10515600" cy="420688"/>
          </a:xfrm>
        </p:spPr>
        <p:txBody>
          <a:bodyPr>
            <a:noAutofit/>
          </a:bodyPr>
          <a:lstStyle/>
          <a:p>
            <a:r>
              <a:rPr lang="en-US" sz="2800" dirty="0">
                <a:latin typeface="Tahoma" panose="020B0604030504040204" pitchFamily="34" charset="0"/>
                <a:ea typeface="Tahoma" panose="020B0604030504040204" pitchFamily="34" charset="0"/>
                <a:cs typeface="Tahoma" panose="020B0604030504040204" pitchFamily="34" charset="0"/>
              </a:rPr>
              <a:t>Reflect  </a:t>
            </a:r>
            <a:endParaRPr lang="en-IN" sz="2800" dirty="0">
              <a:latin typeface="Tahoma" panose="020B0604030504040204" pitchFamily="34" charset="0"/>
              <a:ea typeface="Tahoma" panose="020B0604030504040204" pitchFamily="34" charset="0"/>
              <a:cs typeface="Tahoma" panose="020B0604030504040204" pitchFamily="34" charset="0"/>
            </a:endParaRPr>
          </a:p>
        </p:txBody>
      </p:sp>
      <p:sp>
        <p:nvSpPr>
          <p:cNvPr id="2" name="Slide Number Placeholder 1">
            <a:extLst>
              <a:ext uri="{FF2B5EF4-FFF2-40B4-BE49-F238E27FC236}">
                <a16:creationId xmlns:a16="http://schemas.microsoft.com/office/drawing/2014/main" id="{2546F975-0F5C-77EE-C391-6219A1AAB08B}"/>
              </a:ext>
            </a:extLst>
          </p:cNvPr>
          <p:cNvSpPr>
            <a:spLocks noGrp="1"/>
          </p:cNvSpPr>
          <p:nvPr>
            <p:ph type="sldNum" sz="quarter" idx="12"/>
          </p:nvPr>
        </p:nvSpPr>
        <p:spPr/>
        <p:txBody>
          <a:bodyPr/>
          <a:lstStyle/>
          <a:p>
            <a:fld id="{AADF62B3-C5AA-40A0-A9F3-B28CB0ADD062}" type="slidenum">
              <a:rPr lang="en-IN" smtClean="0"/>
              <a:t>2</a:t>
            </a:fld>
            <a:endParaRPr lang="en-IN"/>
          </a:p>
        </p:txBody>
      </p:sp>
    </p:spTree>
    <p:extLst>
      <p:ext uri="{BB962C8B-B14F-4D97-AF65-F5344CB8AC3E}">
        <p14:creationId xmlns:p14="http://schemas.microsoft.com/office/powerpoint/2010/main" val="18217926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EF654E-FB6E-9292-92E0-905918355EF5}"/>
            </a:ext>
          </a:extLst>
        </p:cNvPr>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67577EA3-A0C0-AF4E-F5BB-DD34DBACA732}"/>
              </a:ext>
            </a:extLst>
          </p:cNvPr>
          <p:cNvCxnSpPr/>
          <p:nvPr/>
        </p:nvCxnSpPr>
        <p:spPr>
          <a:xfrm>
            <a:off x="256032" y="1197864"/>
            <a:ext cx="11786616"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5" name="Title 1">
            <a:extLst>
              <a:ext uri="{FF2B5EF4-FFF2-40B4-BE49-F238E27FC236}">
                <a16:creationId xmlns:a16="http://schemas.microsoft.com/office/drawing/2014/main" id="{C00EE1E7-AAE9-CBEB-5DFD-5400A0DD35F9}"/>
              </a:ext>
            </a:extLst>
          </p:cNvPr>
          <p:cNvSpPr>
            <a:spLocks noGrp="1"/>
          </p:cNvSpPr>
          <p:nvPr>
            <p:ph type="title"/>
          </p:nvPr>
        </p:nvSpPr>
        <p:spPr>
          <a:xfrm>
            <a:off x="838200" y="356552"/>
            <a:ext cx="10515600" cy="420688"/>
          </a:xfrm>
        </p:spPr>
        <p:txBody>
          <a:bodyPr>
            <a:noAutofit/>
          </a:bodyPr>
          <a:lstStyle/>
          <a:p>
            <a:r>
              <a:rPr lang="en-US" sz="2800" dirty="0">
                <a:latin typeface="Tahoma" panose="020B0604030504040204" pitchFamily="34" charset="0"/>
                <a:ea typeface="Tahoma" panose="020B0604030504040204" pitchFamily="34" charset="0"/>
                <a:cs typeface="Tahoma" panose="020B0604030504040204" pitchFamily="34" charset="0"/>
              </a:rPr>
              <a:t> Hard Vs Soft HRM </a:t>
            </a:r>
            <a:endParaRPr lang="en-IN" sz="2800" dirty="0">
              <a:latin typeface="Tahoma" panose="020B0604030504040204" pitchFamily="34" charset="0"/>
              <a:ea typeface="Tahoma" panose="020B0604030504040204" pitchFamily="34" charset="0"/>
              <a:cs typeface="Tahoma" panose="020B0604030504040204" pitchFamily="34" charset="0"/>
            </a:endParaRPr>
          </a:p>
        </p:txBody>
      </p:sp>
      <p:sp>
        <p:nvSpPr>
          <p:cNvPr id="2" name="Slide Number Placeholder 1">
            <a:extLst>
              <a:ext uri="{FF2B5EF4-FFF2-40B4-BE49-F238E27FC236}">
                <a16:creationId xmlns:a16="http://schemas.microsoft.com/office/drawing/2014/main" id="{8E1C282C-0C22-D316-F7FE-F1EE6E07812A}"/>
              </a:ext>
            </a:extLst>
          </p:cNvPr>
          <p:cNvSpPr>
            <a:spLocks noGrp="1"/>
          </p:cNvSpPr>
          <p:nvPr>
            <p:ph type="sldNum" sz="quarter" idx="12"/>
          </p:nvPr>
        </p:nvSpPr>
        <p:spPr/>
        <p:txBody>
          <a:bodyPr/>
          <a:lstStyle/>
          <a:p>
            <a:fld id="{AADF62B3-C5AA-40A0-A9F3-B28CB0ADD062}" type="slidenum">
              <a:rPr lang="en-IN" smtClean="0"/>
              <a:t>3</a:t>
            </a:fld>
            <a:endParaRPr lang="en-IN"/>
          </a:p>
        </p:txBody>
      </p:sp>
      <p:sp>
        <p:nvSpPr>
          <p:cNvPr id="11" name="TextBox 10">
            <a:extLst>
              <a:ext uri="{FF2B5EF4-FFF2-40B4-BE49-F238E27FC236}">
                <a16:creationId xmlns:a16="http://schemas.microsoft.com/office/drawing/2014/main" id="{B341DF92-EF9A-3EA0-8A39-0F3C66F0B264}"/>
              </a:ext>
            </a:extLst>
          </p:cNvPr>
          <p:cNvSpPr txBox="1"/>
          <p:nvPr/>
        </p:nvSpPr>
        <p:spPr>
          <a:xfrm>
            <a:off x="1464657" y="4580096"/>
            <a:ext cx="9370577" cy="369332"/>
          </a:xfrm>
          <a:prstGeom prst="rect">
            <a:avLst/>
          </a:prstGeom>
          <a:noFill/>
        </p:spPr>
        <p:txBody>
          <a:bodyPr wrap="square" rtlCol="0">
            <a:spAutoFit/>
          </a:bodyPr>
          <a:lstStyle/>
          <a:p>
            <a:r>
              <a:rPr lang="en-US">
                <a:latin typeface="Tahoma" panose="020B0604030504040204" pitchFamily="34" charset="0"/>
                <a:ea typeface="Tahoma" panose="020B0604030504040204" pitchFamily="34" charset="0"/>
                <a:cs typeface="Tahoma" panose="020B0604030504040204" pitchFamily="34" charset="0"/>
              </a:rPr>
              <a:t>As future managers or HR professionals, where do you think the line should be drawn?</a:t>
            </a:r>
            <a:endParaRPr lang="en-US" dirty="0">
              <a:latin typeface="Tahoma" panose="020B0604030504040204" pitchFamily="34" charset="0"/>
              <a:ea typeface="Tahoma" panose="020B0604030504040204" pitchFamily="34" charset="0"/>
              <a:cs typeface="Tahoma" panose="020B0604030504040204" pitchFamily="34" charset="0"/>
            </a:endParaRPr>
          </a:p>
        </p:txBody>
      </p:sp>
      <p:graphicFrame>
        <p:nvGraphicFramePr>
          <p:cNvPr id="14" name="Content Placeholder 13">
            <a:extLst>
              <a:ext uri="{FF2B5EF4-FFF2-40B4-BE49-F238E27FC236}">
                <a16:creationId xmlns:a16="http://schemas.microsoft.com/office/drawing/2014/main" id="{D7B460FA-06AC-E5F0-C74A-EE7DAF2D296E}"/>
              </a:ext>
            </a:extLst>
          </p:cNvPr>
          <p:cNvGraphicFramePr>
            <a:graphicFrameLocks noGrp="1"/>
          </p:cNvGraphicFramePr>
          <p:nvPr>
            <p:ph idx="1"/>
            <p:extLst>
              <p:ext uri="{D42A27DB-BD31-4B8C-83A1-F6EECF244321}">
                <p14:modId xmlns:p14="http://schemas.microsoft.com/office/powerpoint/2010/main" val="3019367305"/>
              </p:ext>
            </p:extLst>
          </p:nvPr>
        </p:nvGraphicFramePr>
        <p:xfrm>
          <a:off x="838200" y="1801478"/>
          <a:ext cx="10515600" cy="2011680"/>
        </p:xfrm>
        <a:graphic>
          <a:graphicData uri="http://schemas.openxmlformats.org/drawingml/2006/table">
            <a:tbl>
              <a:tblPr/>
              <a:tblGrid>
                <a:gridCol w="5257800">
                  <a:extLst>
                    <a:ext uri="{9D8B030D-6E8A-4147-A177-3AD203B41FA5}">
                      <a16:colId xmlns:a16="http://schemas.microsoft.com/office/drawing/2014/main" val="821682474"/>
                    </a:ext>
                  </a:extLst>
                </a:gridCol>
                <a:gridCol w="5257800">
                  <a:extLst>
                    <a:ext uri="{9D8B030D-6E8A-4147-A177-3AD203B41FA5}">
                      <a16:colId xmlns:a16="http://schemas.microsoft.com/office/drawing/2014/main" val="2134590238"/>
                    </a:ext>
                  </a:extLst>
                </a:gridCol>
              </a:tblGrid>
              <a:tr h="0">
                <a:tc>
                  <a:txBody>
                    <a:bodyPr/>
                    <a:lstStyle/>
                    <a:p>
                      <a:pPr>
                        <a:buNone/>
                      </a:pPr>
                      <a:r>
                        <a:rPr lang="en-IN" b="1" dirty="0">
                          <a:latin typeface="Tahoma" panose="020B0604030504040204" pitchFamily="34" charset="0"/>
                          <a:ea typeface="Tahoma" panose="020B0604030504040204" pitchFamily="34" charset="0"/>
                          <a:cs typeface="Tahoma" panose="020B0604030504040204" pitchFamily="34" charset="0"/>
                        </a:rPr>
                        <a:t>Hard HRM</a:t>
                      </a:r>
                      <a:endParaRPr lang="en-IN" dirty="0">
                        <a:latin typeface="Tahoma" panose="020B0604030504040204" pitchFamily="34" charset="0"/>
                        <a:ea typeface="Tahoma" panose="020B0604030504040204" pitchFamily="34" charset="0"/>
                        <a:cs typeface="Tahoma" panose="020B060403050404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IN" b="1">
                          <a:latin typeface="Tahoma" panose="020B0604030504040204" pitchFamily="34" charset="0"/>
                          <a:ea typeface="Tahoma" panose="020B0604030504040204" pitchFamily="34" charset="0"/>
                          <a:cs typeface="Tahoma" panose="020B0604030504040204" pitchFamily="34" charset="0"/>
                        </a:rPr>
                        <a:t>Soft HRM</a:t>
                      </a:r>
                      <a:endParaRPr lang="en-IN">
                        <a:latin typeface="Tahoma" panose="020B0604030504040204" pitchFamily="34" charset="0"/>
                        <a:ea typeface="Tahoma" panose="020B0604030504040204" pitchFamily="34" charset="0"/>
                        <a:cs typeface="Tahoma" panose="020B060403050404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62300364"/>
                  </a:ext>
                </a:extLst>
              </a:tr>
              <a:tr h="0">
                <a:tc>
                  <a:txBody>
                    <a:bodyPr/>
                    <a:lstStyle/>
                    <a:p>
                      <a:pPr>
                        <a:buNone/>
                      </a:pPr>
                      <a:r>
                        <a:rPr lang="en-US">
                          <a:latin typeface="Tahoma" panose="020B0604030504040204" pitchFamily="34" charset="0"/>
                          <a:ea typeface="Tahoma" panose="020B0604030504040204" pitchFamily="34" charset="0"/>
                          <a:cs typeface="Tahoma" panose="020B0604030504040204" pitchFamily="34" charset="0"/>
                        </a:rPr>
                        <a:t>Management controls headcount, monitors numbers, and ensures that both numbers and performance meet organizational requirements.</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dirty="0">
                          <a:latin typeface="Tahoma" panose="020B0604030504040204" pitchFamily="34" charset="0"/>
                          <a:ea typeface="Tahoma" panose="020B0604030504040204" pitchFamily="34" charset="0"/>
                          <a:cs typeface="Tahoma" panose="020B0604030504040204" pitchFamily="34" charset="0"/>
                        </a:rPr>
                        <a:t>Focuses on eliciting employee commitment so that behavior is largely self-regulated.</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30255055"/>
                  </a:ext>
                </a:extLst>
              </a:tr>
              <a:tr h="0">
                <a:tc>
                  <a:txBody>
                    <a:bodyPr/>
                    <a:lstStyle/>
                    <a:p>
                      <a:pPr>
                        <a:buNone/>
                      </a:pPr>
                      <a:r>
                        <a:rPr lang="en-US" dirty="0">
                          <a:latin typeface="Tahoma" panose="020B0604030504040204" pitchFamily="34" charset="0"/>
                          <a:ea typeface="Tahoma" panose="020B0604030504040204" pitchFamily="34" charset="0"/>
                          <a:cs typeface="Tahoma" panose="020B0604030504040204" pitchFamily="34" charset="0"/>
                        </a:rPr>
                        <a:t>Quantitative and calculative work system</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IN" dirty="0">
                          <a:latin typeface="Tahoma" panose="020B0604030504040204" pitchFamily="34" charset="0"/>
                          <a:ea typeface="Tahoma" panose="020B0604030504040204" pitchFamily="34" charset="0"/>
                          <a:cs typeface="Tahoma" panose="020B0604030504040204" pitchFamily="34" charset="0"/>
                        </a:rPr>
                        <a:t>High-commitment work system</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63011402"/>
                  </a:ext>
                </a:extLst>
              </a:tr>
              <a:tr h="0">
                <a:tc>
                  <a:txBody>
                    <a:bodyPr/>
                    <a:lstStyle/>
                    <a:p>
                      <a:pPr>
                        <a:buNone/>
                      </a:pPr>
                      <a:r>
                        <a:rPr lang="en-US" dirty="0">
                          <a:latin typeface="Tahoma" panose="020B0604030504040204" pitchFamily="34" charset="0"/>
                          <a:ea typeface="Tahoma" panose="020B0604030504040204" pitchFamily="34" charset="0"/>
                          <a:cs typeface="Tahoma" panose="020B0604030504040204" pitchFamily="34" charset="0"/>
                        </a:rPr>
                        <a:t>What will they emphasize upon?</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dirty="0">
                          <a:latin typeface="Tahoma" panose="020B0604030504040204" pitchFamily="34" charset="0"/>
                          <a:ea typeface="Tahoma" panose="020B0604030504040204" pitchFamily="34" charset="0"/>
                          <a:cs typeface="Tahoma" panose="020B0604030504040204" pitchFamily="34" charset="0"/>
                        </a:rPr>
                        <a:t>What will they emphasize upon?</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34402008"/>
                  </a:ext>
                </a:extLst>
              </a:tr>
            </a:tbl>
          </a:graphicData>
        </a:graphic>
      </p:graphicFrame>
    </p:spTree>
    <p:extLst>
      <p:ext uri="{BB962C8B-B14F-4D97-AF65-F5344CB8AC3E}">
        <p14:creationId xmlns:p14="http://schemas.microsoft.com/office/powerpoint/2010/main" val="1705365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1CA334-9AA1-E5C0-6A5F-F33D92927FCD}"/>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9602548-F3BD-CCD8-7974-5CBC98CE74BC}"/>
              </a:ext>
            </a:extLst>
          </p:cNvPr>
          <p:cNvSpPr>
            <a:spLocks noGrp="1"/>
          </p:cNvSpPr>
          <p:nvPr>
            <p:ph idx="1"/>
          </p:nvPr>
        </p:nvSpPr>
        <p:spPr>
          <a:xfrm>
            <a:off x="838200" y="1825625"/>
            <a:ext cx="10820400" cy="1305991"/>
          </a:xfrm>
          <a:ln>
            <a:solidFill>
              <a:schemeClr val="bg2">
                <a:lumMod val="90000"/>
              </a:schemeClr>
            </a:solidFill>
          </a:ln>
        </p:spPr>
        <p:txBody>
          <a:bodyPr>
            <a:normAutofit/>
          </a:bodyPr>
          <a:lstStyle/>
          <a:p>
            <a:pPr marL="0" indent="0">
              <a:lnSpc>
                <a:spcPct val="200000"/>
              </a:lnSpc>
              <a:buNone/>
            </a:pPr>
            <a:r>
              <a:rPr lang="en-US" sz="1800" i="1" dirty="0">
                <a:latin typeface="Tahoma" panose="020B0604030504040204" pitchFamily="34" charset="0"/>
                <a:ea typeface="Tahoma" panose="020B0604030504040204" pitchFamily="34" charset="0"/>
                <a:cs typeface="Tahoma" panose="020B0604030504040204" pitchFamily="34" charset="0"/>
              </a:rPr>
              <a:t>Given this discussion, how would you define HRM?</a:t>
            </a:r>
            <a:endParaRPr lang="en-IN" sz="1800" i="1" dirty="0">
              <a:latin typeface="Tahoma" panose="020B0604030504040204" pitchFamily="34" charset="0"/>
              <a:ea typeface="Tahoma" panose="020B0604030504040204" pitchFamily="34" charset="0"/>
              <a:cs typeface="Tahoma" panose="020B0604030504040204" pitchFamily="34" charset="0"/>
            </a:endParaRPr>
          </a:p>
        </p:txBody>
      </p:sp>
      <p:cxnSp>
        <p:nvCxnSpPr>
          <p:cNvPr id="4" name="Straight Connector 3">
            <a:extLst>
              <a:ext uri="{FF2B5EF4-FFF2-40B4-BE49-F238E27FC236}">
                <a16:creationId xmlns:a16="http://schemas.microsoft.com/office/drawing/2014/main" id="{8B065C20-9DDB-631D-E8D0-A8205CD550EA}"/>
              </a:ext>
            </a:extLst>
          </p:cNvPr>
          <p:cNvCxnSpPr/>
          <p:nvPr/>
        </p:nvCxnSpPr>
        <p:spPr>
          <a:xfrm>
            <a:off x="256032" y="1197864"/>
            <a:ext cx="11786616"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5" name="Title 1">
            <a:extLst>
              <a:ext uri="{FF2B5EF4-FFF2-40B4-BE49-F238E27FC236}">
                <a16:creationId xmlns:a16="http://schemas.microsoft.com/office/drawing/2014/main" id="{E6E97A92-AE44-C030-48A3-05FE0767AF5C}"/>
              </a:ext>
            </a:extLst>
          </p:cNvPr>
          <p:cNvSpPr>
            <a:spLocks noGrp="1"/>
          </p:cNvSpPr>
          <p:nvPr>
            <p:ph type="title"/>
          </p:nvPr>
        </p:nvSpPr>
        <p:spPr>
          <a:xfrm>
            <a:off x="838200" y="356552"/>
            <a:ext cx="10515600" cy="420688"/>
          </a:xfrm>
        </p:spPr>
        <p:txBody>
          <a:bodyPr>
            <a:noAutofit/>
          </a:bodyPr>
          <a:lstStyle/>
          <a:p>
            <a:r>
              <a:rPr lang="en-US" sz="2800" dirty="0">
                <a:latin typeface="Tahoma" panose="020B0604030504040204" pitchFamily="34" charset="0"/>
                <a:ea typeface="Tahoma" panose="020B0604030504040204" pitchFamily="34" charset="0"/>
                <a:cs typeface="Tahoma" panose="020B0604030504040204" pitchFamily="34" charset="0"/>
              </a:rPr>
              <a:t>So, what is HRM? </a:t>
            </a:r>
            <a:endParaRPr lang="en-IN" sz="2800" dirty="0">
              <a:latin typeface="Tahoma" panose="020B0604030504040204" pitchFamily="34" charset="0"/>
              <a:ea typeface="Tahoma" panose="020B0604030504040204" pitchFamily="34" charset="0"/>
              <a:cs typeface="Tahoma" panose="020B0604030504040204" pitchFamily="34" charset="0"/>
            </a:endParaRPr>
          </a:p>
        </p:txBody>
      </p:sp>
      <p:sp>
        <p:nvSpPr>
          <p:cNvPr id="2" name="Slide Number Placeholder 1">
            <a:extLst>
              <a:ext uri="{FF2B5EF4-FFF2-40B4-BE49-F238E27FC236}">
                <a16:creationId xmlns:a16="http://schemas.microsoft.com/office/drawing/2014/main" id="{8447A8E6-5090-1423-D6EF-08880950186B}"/>
              </a:ext>
            </a:extLst>
          </p:cNvPr>
          <p:cNvSpPr>
            <a:spLocks noGrp="1"/>
          </p:cNvSpPr>
          <p:nvPr>
            <p:ph type="sldNum" sz="quarter" idx="12"/>
          </p:nvPr>
        </p:nvSpPr>
        <p:spPr/>
        <p:txBody>
          <a:bodyPr/>
          <a:lstStyle/>
          <a:p>
            <a:fld id="{AADF62B3-C5AA-40A0-A9F3-B28CB0ADD062}" type="slidenum">
              <a:rPr lang="en-IN" smtClean="0"/>
              <a:t>4</a:t>
            </a:fld>
            <a:endParaRPr lang="en-IN"/>
          </a:p>
        </p:txBody>
      </p:sp>
    </p:spTree>
    <p:extLst>
      <p:ext uri="{BB962C8B-B14F-4D97-AF65-F5344CB8AC3E}">
        <p14:creationId xmlns:p14="http://schemas.microsoft.com/office/powerpoint/2010/main" val="12427939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84B9E4-468A-18C4-2819-48E52A586F64}"/>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589C295-9D7D-0581-D24D-61FEE6EADE23}"/>
              </a:ext>
            </a:extLst>
          </p:cNvPr>
          <p:cNvSpPr>
            <a:spLocks noGrp="1"/>
          </p:cNvSpPr>
          <p:nvPr>
            <p:ph idx="1"/>
          </p:nvPr>
        </p:nvSpPr>
        <p:spPr>
          <a:xfrm>
            <a:off x="838200" y="1825625"/>
            <a:ext cx="10820400" cy="1603372"/>
          </a:xfrm>
          <a:ln>
            <a:solidFill>
              <a:schemeClr val="bg2">
                <a:lumMod val="90000"/>
              </a:schemeClr>
            </a:solidFill>
          </a:ln>
        </p:spPr>
        <p:txBody>
          <a:bodyPr>
            <a:normAutofit/>
          </a:bodyPr>
          <a:lstStyle/>
          <a:p>
            <a:pPr marL="0" indent="0">
              <a:lnSpc>
                <a:spcPct val="200000"/>
              </a:lnSpc>
              <a:buNone/>
            </a:pPr>
            <a:r>
              <a:rPr lang="en-US" sz="1800" dirty="0">
                <a:latin typeface="Tahoma" panose="020B0604030504040204" pitchFamily="34" charset="0"/>
                <a:ea typeface="Tahoma" panose="020B0604030504040204" pitchFamily="34" charset="0"/>
                <a:cs typeface="Tahoma" panose="020B0604030504040204" pitchFamily="34" charset="0"/>
              </a:rPr>
              <a:t>The process of acquiring, training, appraising, and compensating employees, and of attending to their labor relations, health and safety, and fairness concerns </a:t>
            </a:r>
            <a:endParaRPr lang="en-IN" sz="1800" dirty="0">
              <a:latin typeface="Tahoma" panose="020B0604030504040204" pitchFamily="34" charset="0"/>
              <a:ea typeface="Tahoma" panose="020B0604030504040204" pitchFamily="34" charset="0"/>
              <a:cs typeface="Tahoma" panose="020B0604030504040204" pitchFamily="34" charset="0"/>
            </a:endParaRPr>
          </a:p>
        </p:txBody>
      </p:sp>
      <p:cxnSp>
        <p:nvCxnSpPr>
          <p:cNvPr id="4" name="Straight Connector 3">
            <a:extLst>
              <a:ext uri="{FF2B5EF4-FFF2-40B4-BE49-F238E27FC236}">
                <a16:creationId xmlns:a16="http://schemas.microsoft.com/office/drawing/2014/main" id="{5C4227FA-0E9D-2A09-6C06-32E275A07B7E}"/>
              </a:ext>
            </a:extLst>
          </p:cNvPr>
          <p:cNvCxnSpPr/>
          <p:nvPr/>
        </p:nvCxnSpPr>
        <p:spPr>
          <a:xfrm>
            <a:off x="256032" y="1197864"/>
            <a:ext cx="11786616"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5" name="Title 1">
            <a:extLst>
              <a:ext uri="{FF2B5EF4-FFF2-40B4-BE49-F238E27FC236}">
                <a16:creationId xmlns:a16="http://schemas.microsoft.com/office/drawing/2014/main" id="{5A694BF0-6F3D-1971-35B7-8AE5AB6269EE}"/>
              </a:ext>
            </a:extLst>
          </p:cNvPr>
          <p:cNvSpPr>
            <a:spLocks noGrp="1"/>
          </p:cNvSpPr>
          <p:nvPr>
            <p:ph type="title"/>
          </p:nvPr>
        </p:nvSpPr>
        <p:spPr>
          <a:xfrm>
            <a:off x="838200" y="356552"/>
            <a:ext cx="10515600" cy="420688"/>
          </a:xfrm>
        </p:spPr>
        <p:txBody>
          <a:bodyPr>
            <a:noAutofit/>
          </a:bodyPr>
          <a:lstStyle/>
          <a:p>
            <a:r>
              <a:rPr lang="en-US" sz="2800" dirty="0">
                <a:latin typeface="Tahoma" panose="020B0604030504040204" pitchFamily="34" charset="0"/>
                <a:ea typeface="Tahoma" panose="020B0604030504040204" pitchFamily="34" charset="0"/>
                <a:cs typeface="Tahoma" panose="020B0604030504040204" pitchFamily="34" charset="0"/>
              </a:rPr>
              <a:t>What is HRM? </a:t>
            </a:r>
            <a:endParaRPr lang="en-IN" sz="2800" dirty="0">
              <a:latin typeface="Tahoma" panose="020B0604030504040204" pitchFamily="34" charset="0"/>
              <a:ea typeface="Tahoma" panose="020B0604030504040204" pitchFamily="34" charset="0"/>
              <a:cs typeface="Tahoma" panose="020B0604030504040204" pitchFamily="34" charset="0"/>
            </a:endParaRPr>
          </a:p>
        </p:txBody>
      </p:sp>
      <p:sp>
        <p:nvSpPr>
          <p:cNvPr id="2" name="Slide Number Placeholder 1">
            <a:extLst>
              <a:ext uri="{FF2B5EF4-FFF2-40B4-BE49-F238E27FC236}">
                <a16:creationId xmlns:a16="http://schemas.microsoft.com/office/drawing/2014/main" id="{6EB92AA9-1A84-BDA8-E124-449E243B514E}"/>
              </a:ext>
            </a:extLst>
          </p:cNvPr>
          <p:cNvSpPr>
            <a:spLocks noGrp="1"/>
          </p:cNvSpPr>
          <p:nvPr>
            <p:ph type="sldNum" sz="quarter" idx="12"/>
          </p:nvPr>
        </p:nvSpPr>
        <p:spPr/>
        <p:txBody>
          <a:bodyPr/>
          <a:lstStyle/>
          <a:p>
            <a:fld id="{AADF62B3-C5AA-40A0-A9F3-B28CB0ADD062}" type="slidenum">
              <a:rPr lang="en-IN" smtClean="0"/>
              <a:t>5</a:t>
            </a:fld>
            <a:endParaRPr lang="en-IN"/>
          </a:p>
        </p:txBody>
      </p:sp>
    </p:spTree>
    <p:extLst>
      <p:ext uri="{BB962C8B-B14F-4D97-AF65-F5344CB8AC3E}">
        <p14:creationId xmlns:p14="http://schemas.microsoft.com/office/powerpoint/2010/main" val="39978195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1E0AD3-A443-B66E-2F6D-440427744CAE}"/>
            </a:ext>
          </a:extLst>
        </p:cNvPr>
        <p:cNvGrpSpPr/>
        <p:nvPr/>
      </p:nvGrpSpPr>
      <p:grpSpPr>
        <a:xfrm>
          <a:off x="0" y="0"/>
          <a:ext cx="0" cy="0"/>
          <a:chOff x="0" y="0"/>
          <a:chExt cx="0" cy="0"/>
        </a:xfrm>
      </p:grpSpPr>
      <p:graphicFrame>
        <p:nvGraphicFramePr>
          <p:cNvPr id="6" name="Content Placeholder 5">
            <a:extLst>
              <a:ext uri="{FF2B5EF4-FFF2-40B4-BE49-F238E27FC236}">
                <a16:creationId xmlns:a16="http://schemas.microsoft.com/office/drawing/2014/main" id="{F9A433FE-4E53-01D7-2E5F-27139FC6CAE5}"/>
              </a:ext>
            </a:extLst>
          </p:cNvPr>
          <p:cNvGraphicFramePr>
            <a:graphicFrameLocks noGrp="1"/>
          </p:cNvGraphicFramePr>
          <p:nvPr>
            <p:ph idx="1"/>
            <p:extLst>
              <p:ext uri="{D42A27DB-BD31-4B8C-83A1-F6EECF244321}">
                <p14:modId xmlns:p14="http://schemas.microsoft.com/office/powerpoint/2010/main" val="1362229084"/>
              </p:ext>
            </p:extLst>
          </p:nvPr>
        </p:nvGraphicFramePr>
        <p:xfrm>
          <a:off x="838201" y="1510037"/>
          <a:ext cx="10725318" cy="4427287"/>
        </p:xfrm>
        <a:graphic>
          <a:graphicData uri="http://schemas.openxmlformats.org/drawingml/2006/table">
            <a:tbl>
              <a:tblPr/>
              <a:tblGrid>
                <a:gridCol w="1598207">
                  <a:extLst>
                    <a:ext uri="{9D8B030D-6E8A-4147-A177-3AD203B41FA5}">
                      <a16:colId xmlns:a16="http://schemas.microsoft.com/office/drawing/2014/main" val="2995699143"/>
                    </a:ext>
                  </a:extLst>
                </a:gridCol>
                <a:gridCol w="5552005">
                  <a:extLst>
                    <a:ext uri="{9D8B030D-6E8A-4147-A177-3AD203B41FA5}">
                      <a16:colId xmlns:a16="http://schemas.microsoft.com/office/drawing/2014/main" val="2685923096"/>
                    </a:ext>
                  </a:extLst>
                </a:gridCol>
                <a:gridCol w="3575106">
                  <a:extLst>
                    <a:ext uri="{9D8B030D-6E8A-4147-A177-3AD203B41FA5}">
                      <a16:colId xmlns:a16="http://schemas.microsoft.com/office/drawing/2014/main" val="3927369155"/>
                    </a:ext>
                  </a:extLst>
                </a:gridCol>
              </a:tblGrid>
              <a:tr h="183214">
                <a:tc>
                  <a:txBody>
                    <a:bodyPr/>
                    <a:lstStyle/>
                    <a:p>
                      <a:pPr>
                        <a:buNone/>
                      </a:pPr>
                      <a:r>
                        <a:rPr lang="en-IN" sz="1400" b="1">
                          <a:latin typeface="Tahoma" panose="020B0604030504040204" pitchFamily="34" charset="0"/>
                          <a:ea typeface="Tahoma" panose="020B0604030504040204" pitchFamily="34" charset="0"/>
                          <a:cs typeface="Tahoma" panose="020B0604030504040204" pitchFamily="34" charset="0"/>
                        </a:rPr>
                        <a:t>Author &amp; Year</a:t>
                      </a:r>
                      <a:endParaRPr lang="en-IN" sz="1400">
                        <a:latin typeface="Tahoma" panose="020B0604030504040204" pitchFamily="34" charset="0"/>
                        <a:ea typeface="Tahoma" panose="020B0604030504040204" pitchFamily="34" charset="0"/>
                        <a:cs typeface="Tahoma" panose="020B0604030504040204" pitchFamily="34" charset="0"/>
                      </a:endParaRPr>
                    </a:p>
                  </a:txBody>
                  <a:tcPr marL="45804" marR="45804" marT="22902" marB="2290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IN" sz="1400" b="1">
                          <a:latin typeface="Tahoma" panose="020B0604030504040204" pitchFamily="34" charset="0"/>
                          <a:ea typeface="Tahoma" panose="020B0604030504040204" pitchFamily="34" charset="0"/>
                          <a:cs typeface="Tahoma" panose="020B0604030504040204" pitchFamily="34" charset="0"/>
                        </a:rPr>
                        <a:t>Definition of HRM</a:t>
                      </a:r>
                      <a:endParaRPr lang="en-IN" sz="1400">
                        <a:latin typeface="Tahoma" panose="020B0604030504040204" pitchFamily="34" charset="0"/>
                        <a:ea typeface="Tahoma" panose="020B0604030504040204" pitchFamily="34" charset="0"/>
                        <a:cs typeface="Tahoma" panose="020B0604030504040204" pitchFamily="34" charset="0"/>
                      </a:endParaRPr>
                    </a:p>
                  </a:txBody>
                  <a:tcPr marL="45804" marR="45804" marT="22902" marB="2290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IN" sz="1400" b="1">
                          <a:latin typeface="Tahoma" panose="020B0604030504040204" pitchFamily="34" charset="0"/>
                          <a:ea typeface="Tahoma" panose="020B0604030504040204" pitchFamily="34" charset="0"/>
                          <a:cs typeface="Tahoma" panose="020B0604030504040204" pitchFamily="34" charset="0"/>
                        </a:rPr>
                        <a:t>Core Emphasis</a:t>
                      </a:r>
                      <a:endParaRPr lang="en-IN" sz="1400">
                        <a:latin typeface="Tahoma" panose="020B0604030504040204" pitchFamily="34" charset="0"/>
                        <a:ea typeface="Tahoma" panose="020B0604030504040204" pitchFamily="34" charset="0"/>
                        <a:cs typeface="Tahoma" panose="020B0604030504040204" pitchFamily="34" charset="0"/>
                      </a:endParaRPr>
                    </a:p>
                  </a:txBody>
                  <a:tcPr marL="45804" marR="45804" marT="22902" marB="2290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65324923"/>
                  </a:ext>
                </a:extLst>
              </a:tr>
              <a:tr h="1007678">
                <a:tc>
                  <a:txBody>
                    <a:bodyPr/>
                    <a:lstStyle/>
                    <a:p>
                      <a:pPr>
                        <a:buNone/>
                      </a:pPr>
                      <a:r>
                        <a:rPr lang="en-IN" sz="1400" b="1">
                          <a:latin typeface="Tahoma" panose="020B0604030504040204" pitchFamily="34" charset="0"/>
                          <a:ea typeface="Tahoma" panose="020B0604030504040204" pitchFamily="34" charset="0"/>
                          <a:cs typeface="Tahoma" panose="020B0604030504040204" pitchFamily="34" charset="0"/>
                        </a:rPr>
                        <a:t>Graham (1978)</a:t>
                      </a:r>
                      <a:endParaRPr lang="en-IN" sz="1400">
                        <a:latin typeface="Tahoma" panose="020B0604030504040204" pitchFamily="34" charset="0"/>
                        <a:ea typeface="Tahoma" panose="020B0604030504040204" pitchFamily="34" charset="0"/>
                        <a:cs typeface="Tahoma" panose="020B0604030504040204" pitchFamily="34" charset="0"/>
                      </a:endParaRPr>
                    </a:p>
                  </a:txBody>
                  <a:tcPr marL="45804" marR="45804" marT="22902" marB="2290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400" dirty="0">
                          <a:latin typeface="Tahoma" panose="020B0604030504040204" pitchFamily="34" charset="0"/>
                          <a:ea typeface="Tahoma" panose="020B0604030504040204" pitchFamily="34" charset="0"/>
                          <a:cs typeface="Tahoma" panose="020B0604030504040204" pitchFamily="34" charset="0"/>
                        </a:rPr>
                        <a:t>To ensure that the employees of an organization are used in such a way that the employer obtains the greatest possible benefit from their abilities, and the employees obtain both material and psychological rewards from their work.</a:t>
                      </a:r>
                    </a:p>
                  </a:txBody>
                  <a:tcPr marL="45804" marR="45804" marT="22902" marB="2290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400">
                          <a:latin typeface="Tahoma" panose="020B0604030504040204" pitchFamily="34" charset="0"/>
                          <a:ea typeface="Tahoma" panose="020B0604030504040204" pitchFamily="34" charset="0"/>
                          <a:cs typeface="Tahoma" panose="020B0604030504040204" pitchFamily="34" charset="0"/>
                        </a:rPr>
                        <a:t>Utilization of employee abilities; mutual benefit with strong employer focus</a:t>
                      </a:r>
                    </a:p>
                  </a:txBody>
                  <a:tcPr marL="45804" marR="45804" marT="22902" marB="2290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3748753"/>
                  </a:ext>
                </a:extLst>
              </a:tr>
              <a:tr h="1145089">
                <a:tc>
                  <a:txBody>
                    <a:bodyPr/>
                    <a:lstStyle/>
                    <a:p>
                      <a:pPr>
                        <a:buNone/>
                      </a:pPr>
                      <a:r>
                        <a:rPr lang="en-IN" sz="1400" b="1">
                          <a:latin typeface="Tahoma" panose="020B0604030504040204" pitchFamily="34" charset="0"/>
                          <a:ea typeface="Tahoma" panose="020B0604030504040204" pitchFamily="34" charset="0"/>
                          <a:cs typeface="Tahoma" panose="020B0604030504040204" pitchFamily="34" charset="0"/>
                        </a:rPr>
                        <a:t>Bratton &amp; Gold (2007)</a:t>
                      </a:r>
                      <a:endParaRPr lang="en-IN" sz="1400">
                        <a:latin typeface="Tahoma" panose="020B0604030504040204" pitchFamily="34" charset="0"/>
                        <a:ea typeface="Tahoma" panose="020B0604030504040204" pitchFamily="34" charset="0"/>
                        <a:cs typeface="Tahoma" panose="020B0604030504040204" pitchFamily="34" charset="0"/>
                      </a:endParaRPr>
                    </a:p>
                  </a:txBody>
                  <a:tcPr marL="45804" marR="45804" marT="22902" marB="2290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400">
                          <a:latin typeface="Tahoma" panose="020B0604030504040204" pitchFamily="34" charset="0"/>
                          <a:ea typeface="Tahoma" panose="020B0604030504040204" pitchFamily="34" charset="0"/>
                          <a:cs typeface="Tahoma" panose="020B0604030504040204" pitchFamily="34" charset="0"/>
                        </a:rPr>
                        <a:t>A strategic approach to managing employment relations which emphasizes that leveraging people’s capabilities is critical to achieving competitive advantage, achieved through a distinctive set of integrated employment policies, programmes, and practices.</a:t>
                      </a:r>
                    </a:p>
                  </a:txBody>
                  <a:tcPr marL="45804" marR="45804" marT="22902" marB="2290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400">
                          <a:latin typeface="Tahoma" panose="020B0604030504040204" pitchFamily="34" charset="0"/>
                          <a:ea typeface="Tahoma" panose="020B0604030504040204" pitchFamily="34" charset="0"/>
                          <a:cs typeface="Tahoma" panose="020B0604030504040204" pitchFamily="34" charset="0"/>
                        </a:rPr>
                        <a:t>Strategic HRM; alignment of HR practices with competitive advantage</a:t>
                      </a:r>
                    </a:p>
                  </a:txBody>
                  <a:tcPr marL="45804" marR="45804" marT="22902" marB="2290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13585810"/>
                  </a:ext>
                </a:extLst>
              </a:tr>
              <a:tr h="1007678">
                <a:tc>
                  <a:txBody>
                    <a:bodyPr/>
                    <a:lstStyle/>
                    <a:p>
                      <a:pPr>
                        <a:buNone/>
                      </a:pPr>
                      <a:r>
                        <a:rPr lang="en-IN" sz="1400" b="1" dirty="0">
                          <a:latin typeface="Tahoma" panose="020B0604030504040204" pitchFamily="34" charset="0"/>
                          <a:ea typeface="Tahoma" panose="020B0604030504040204" pitchFamily="34" charset="0"/>
                          <a:cs typeface="Tahoma" panose="020B0604030504040204" pitchFamily="34" charset="0"/>
                        </a:rPr>
                        <a:t>Armstrong (2008)</a:t>
                      </a:r>
                      <a:endParaRPr lang="en-IN" sz="1400" dirty="0">
                        <a:latin typeface="Tahoma" panose="020B0604030504040204" pitchFamily="34" charset="0"/>
                        <a:ea typeface="Tahoma" panose="020B0604030504040204" pitchFamily="34" charset="0"/>
                        <a:cs typeface="Tahoma" panose="020B0604030504040204" pitchFamily="34" charset="0"/>
                      </a:endParaRPr>
                    </a:p>
                  </a:txBody>
                  <a:tcPr marL="45804" marR="45804" marT="22902" marB="2290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400">
                          <a:latin typeface="Tahoma" panose="020B0604030504040204" pitchFamily="34" charset="0"/>
                          <a:ea typeface="Tahoma" panose="020B0604030504040204" pitchFamily="34" charset="0"/>
                          <a:cs typeface="Tahoma" panose="020B0604030504040204" pitchFamily="34" charset="0"/>
                        </a:rPr>
                        <a:t>A strategic and coherent approach to the management of an organization’s most valued assets—the people working there who individually and collectively contribute to the achievement of its objectives.</a:t>
                      </a:r>
                    </a:p>
                  </a:txBody>
                  <a:tcPr marL="45804" marR="45804" marT="22902" marB="2290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400">
                          <a:latin typeface="Tahoma" panose="020B0604030504040204" pitchFamily="34" charset="0"/>
                          <a:ea typeface="Tahoma" panose="020B0604030504040204" pitchFamily="34" charset="0"/>
                          <a:cs typeface="Tahoma" panose="020B0604030504040204" pitchFamily="34" charset="0"/>
                        </a:rPr>
                        <a:t>People as assets; collective contribution to organizational goals</a:t>
                      </a:r>
                    </a:p>
                  </a:txBody>
                  <a:tcPr marL="45804" marR="45804" marT="22902" marB="2290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28581196"/>
                  </a:ext>
                </a:extLst>
              </a:tr>
              <a:tr h="1007678">
                <a:tc>
                  <a:txBody>
                    <a:bodyPr/>
                    <a:lstStyle/>
                    <a:p>
                      <a:pPr>
                        <a:buNone/>
                      </a:pPr>
                      <a:r>
                        <a:rPr lang="en-IN" sz="1400" b="1" dirty="0">
                          <a:latin typeface="Tahoma" panose="020B0604030504040204" pitchFamily="34" charset="0"/>
                          <a:ea typeface="Tahoma" panose="020B0604030504040204" pitchFamily="34" charset="0"/>
                          <a:cs typeface="Tahoma" panose="020B0604030504040204" pitchFamily="34" charset="0"/>
                        </a:rPr>
                        <a:t>Brewster, Mayrhofer &amp; Morley (2016)</a:t>
                      </a:r>
                      <a:endParaRPr lang="en-IN" sz="1400" dirty="0">
                        <a:latin typeface="Tahoma" panose="020B0604030504040204" pitchFamily="34" charset="0"/>
                        <a:ea typeface="Tahoma" panose="020B0604030504040204" pitchFamily="34" charset="0"/>
                        <a:cs typeface="Tahoma" panose="020B0604030504040204" pitchFamily="34" charset="0"/>
                      </a:endParaRPr>
                    </a:p>
                  </a:txBody>
                  <a:tcPr marL="45804" marR="45804" marT="22902" marB="2290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400" dirty="0">
                          <a:latin typeface="Tahoma" panose="020B0604030504040204" pitchFamily="34" charset="0"/>
                          <a:ea typeface="Tahoma" panose="020B0604030504040204" pitchFamily="34" charset="0"/>
                          <a:cs typeface="Tahoma" panose="020B0604030504040204" pitchFamily="34" charset="0"/>
                        </a:rPr>
                        <a:t>Human Resource Management refers to the management of people in organizations in a way that is strategic, coherent, and sensitive to context, recognizing employees as key contributors to organizational performance.</a:t>
                      </a:r>
                    </a:p>
                  </a:txBody>
                  <a:tcPr marL="45804" marR="45804" marT="22902" marB="2290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400" dirty="0">
                          <a:latin typeface="Tahoma" panose="020B0604030504040204" pitchFamily="34" charset="0"/>
                          <a:ea typeface="Tahoma" panose="020B0604030504040204" pitchFamily="34" charset="0"/>
                          <a:cs typeface="Tahoma" panose="020B0604030504040204" pitchFamily="34" charset="0"/>
                        </a:rPr>
                        <a:t>People as assets + strategy + organizational and institutional context</a:t>
                      </a:r>
                    </a:p>
                  </a:txBody>
                  <a:tcPr marL="45804" marR="45804" marT="22902" marB="2290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71293019"/>
                  </a:ext>
                </a:extLst>
              </a:tr>
            </a:tbl>
          </a:graphicData>
        </a:graphic>
      </p:graphicFrame>
      <p:cxnSp>
        <p:nvCxnSpPr>
          <p:cNvPr id="4" name="Straight Connector 3">
            <a:extLst>
              <a:ext uri="{FF2B5EF4-FFF2-40B4-BE49-F238E27FC236}">
                <a16:creationId xmlns:a16="http://schemas.microsoft.com/office/drawing/2014/main" id="{60F25DF0-CE24-A5F5-11B8-5C308D127BBD}"/>
              </a:ext>
            </a:extLst>
          </p:cNvPr>
          <p:cNvCxnSpPr/>
          <p:nvPr/>
        </p:nvCxnSpPr>
        <p:spPr>
          <a:xfrm>
            <a:off x="256032" y="1197864"/>
            <a:ext cx="11786616"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5" name="Title 1">
            <a:extLst>
              <a:ext uri="{FF2B5EF4-FFF2-40B4-BE49-F238E27FC236}">
                <a16:creationId xmlns:a16="http://schemas.microsoft.com/office/drawing/2014/main" id="{5AAE2D86-E7C3-F150-CF0D-65C1EBF12FE0}"/>
              </a:ext>
            </a:extLst>
          </p:cNvPr>
          <p:cNvSpPr>
            <a:spLocks noGrp="1"/>
          </p:cNvSpPr>
          <p:nvPr>
            <p:ph type="title"/>
          </p:nvPr>
        </p:nvSpPr>
        <p:spPr>
          <a:xfrm>
            <a:off x="838200" y="356552"/>
            <a:ext cx="10515600" cy="420688"/>
          </a:xfrm>
        </p:spPr>
        <p:txBody>
          <a:bodyPr>
            <a:noAutofit/>
          </a:bodyPr>
          <a:lstStyle/>
          <a:p>
            <a:r>
              <a:rPr lang="en-US" sz="2800" dirty="0">
                <a:latin typeface="Tahoma" panose="020B0604030504040204" pitchFamily="34" charset="0"/>
                <a:ea typeface="Tahoma" panose="020B0604030504040204" pitchFamily="34" charset="0"/>
                <a:cs typeface="Tahoma" panose="020B0604030504040204" pitchFamily="34" charset="0"/>
              </a:rPr>
              <a:t>Competing definitions of HRM  </a:t>
            </a:r>
            <a:endParaRPr lang="en-IN" sz="2800" dirty="0">
              <a:latin typeface="Tahoma" panose="020B0604030504040204" pitchFamily="34" charset="0"/>
              <a:ea typeface="Tahoma" panose="020B0604030504040204" pitchFamily="34" charset="0"/>
              <a:cs typeface="Tahoma" panose="020B0604030504040204" pitchFamily="34" charset="0"/>
            </a:endParaRPr>
          </a:p>
        </p:txBody>
      </p:sp>
      <p:sp>
        <p:nvSpPr>
          <p:cNvPr id="2" name="Slide Number Placeholder 1">
            <a:extLst>
              <a:ext uri="{FF2B5EF4-FFF2-40B4-BE49-F238E27FC236}">
                <a16:creationId xmlns:a16="http://schemas.microsoft.com/office/drawing/2014/main" id="{14117B4B-0809-30C6-6A32-240F7A052F68}"/>
              </a:ext>
            </a:extLst>
          </p:cNvPr>
          <p:cNvSpPr>
            <a:spLocks noGrp="1"/>
          </p:cNvSpPr>
          <p:nvPr>
            <p:ph type="sldNum" sz="quarter" idx="12"/>
          </p:nvPr>
        </p:nvSpPr>
        <p:spPr/>
        <p:txBody>
          <a:bodyPr/>
          <a:lstStyle/>
          <a:p>
            <a:fld id="{AADF62B3-C5AA-40A0-A9F3-B28CB0ADD062}" type="slidenum">
              <a:rPr lang="en-IN" smtClean="0"/>
              <a:t>6</a:t>
            </a:fld>
            <a:endParaRPr lang="en-IN"/>
          </a:p>
        </p:txBody>
      </p:sp>
      <p:sp>
        <p:nvSpPr>
          <p:cNvPr id="7" name="TextBox 6">
            <a:extLst>
              <a:ext uri="{FF2B5EF4-FFF2-40B4-BE49-F238E27FC236}">
                <a16:creationId xmlns:a16="http://schemas.microsoft.com/office/drawing/2014/main" id="{6B0B4D22-6D6A-FFA6-5AFB-0AA2CBEB367C}"/>
              </a:ext>
            </a:extLst>
          </p:cNvPr>
          <p:cNvSpPr txBox="1"/>
          <p:nvPr/>
        </p:nvSpPr>
        <p:spPr>
          <a:xfrm>
            <a:off x="2071560" y="6109487"/>
            <a:ext cx="8075852" cy="369332"/>
          </a:xfrm>
          <a:prstGeom prst="rect">
            <a:avLst/>
          </a:prstGeom>
          <a:noFill/>
        </p:spPr>
        <p:txBody>
          <a:bodyPr wrap="square" rtlCol="0">
            <a:spAutoFit/>
          </a:bodyPr>
          <a:lstStyle/>
          <a:p>
            <a:r>
              <a:rPr lang="en-US" dirty="0">
                <a:solidFill>
                  <a:srgbClr val="FF0000"/>
                </a:solidFill>
                <a:latin typeface="Tahoma" panose="020B0604030504040204" pitchFamily="34" charset="0"/>
                <a:ea typeface="Tahoma" panose="020B0604030504040204" pitchFamily="34" charset="0"/>
                <a:cs typeface="Tahoma" panose="020B0604030504040204" pitchFamily="34" charset="0"/>
              </a:rPr>
              <a:t>What shifts across these definitions, and what clearly does </a:t>
            </a:r>
            <a:r>
              <a:rPr lang="en-US" i="1" dirty="0">
                <a:solidFill>
                  <a:srgbClr val="FF0000"/>
                </a:solidFill>
                <a:latin typeface="Tahoma" panose="020B0604030504040204" pitchFamily="34" charset="0"/>
                <a:ea typeface="Tahoma" panose="020B0604030504040204" pitchFamily="34" charset="0"/>
                <a:cs typeface="Tahoma" panose="020B0604030504040204" pitchFamily="34" charset="0"/>
              </a:rPr>
              <a:t>not</a:t>
            </a:r>
            <a:r>
              <a:rPr lang="en-US" dirty="0">
                <a:solidFill>
                  <a:srgbClr val="FF0000"/>
                </a:solidFill>
                <a:latin typeface="Tahoma" panose="020B0604030504040204" pitchFamily="34" charset="0"/>
                <a:ea typeface="Tahoma" panose="020B0604030504040204" pitchFamily="34" charset="0"/>
                <a:cs typeface="Tahoma" panose="020B0604030504040204" pitchFamily="34" charset="0"/>
              </a:rPr>
              <a:t> change?</a:t>
            </a:r>
            <a:endParaRPr lang="en-IN"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26820895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30D03F-FB8F-ADA4-A037-13654DF7CCB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946DBC8-5E08-83DF-65F7-2B1E7FD9E2AA}"/>
              </a:ext>
            </a:extLst>
          </p:cNvPr>
          <p:cNvSpPr>
            <a:spLocks noGrp="1"/>
          </p:cNvSpPr>
          <p:nvPr>
            <p:ph idx="1"/>
          </p:nvPr>
        </p:nvSpPr>
        <p:spPr>
          <a:xfrm>
            <a:off x="838200" y="1825625"/>
            <a:ext cx="10820400" cy="885206"/>
          </a:xfrm>
          <a:ln>
            <a:solidFill>
              <a:schemeClr val="bg2">
                <a:lumMod val="90000"/>
              </a:schemeClr>
            </a:solidFill>
          </a:ln>
        </p:spPr>
        <p:txBody>
          <a:bodyPr>
            <a:normAutofit/>
          </a:bodyPr>
          <a:lstStyle/>
          <a:p>
            <a:pPr marL="0" indent="0">
              <a:lnSpc>
                <a:spcPct val="200000"/>
              </a:lnSpc>
              <a:buNone/>
            </a:pPr>
            <a:r>
              <a:rPr lang="en-US" sz="1800" dirty="0">
                <a:solidFill>
                  <a:srgbClr val="FF0000"/>
                </a:solidFill>
                <a:latin typeface="Tahoma" panose="020B0604030504040204" pitchFamily="34" charset="0"/>
                <a:ea typeface="Tahoma" panose="020B0604030504040204" pitchFamily="34" charset="0"/>
                <a:cs typeface="Tahoma" panose="020B0604030504040204" pitchFamily="34" charset="0"/>
              </a:rPr>
              <a:t>Will AI Replace People? What Does This Mean for HRM?</a:t>
            </a:r>
            <a:endParaRPr lang="en-IN" sz="1800"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cxnSp>
        <p:nvCxnSpPr>
          <p:cNvPr id="4" name="Straight Connector 3">
            <a:extLst>
              <a:ext uri="{FF2B5EF4-FFF2-40B4-BE49-F238E27FC236}">
                <a16:creationId xmlns:a16="http://schemas.microsoft.com/office/drawing/2014/main" id="{3F83E50F-72E5-D2E1-3992-D33CACB1AB57}"/>
              </a:ext>
            </a:extLst>
          </p:cNvPr>
          <p:cNvCxnSpPr/>
          <p:nvPr/>
        </p:nvCxnSpPr>
        <p:spPr>
          <a:xfrm>
            <a:off x="256032" y="1197864"/>
            <a:ext cx="11786616"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5" name="Title 1">
            <a:extLst>
              <a:ext uri="{FF2B5EF4-FFF2-40B4-BE49-F238E27FC236}">
                <a16:creationId xmlns:a16="http://schemas.microsoft.com/office/drawing/2014/main" id="{0F4CD173-7987-D989-D5C4-F307BC74F840}"/>
              </a:ext>
            </a:extLst>
          </p:cNvPr>
          <p:cNvSpPr>
            <a:spLocks noGrp="1"/>
          </p:cNvSpPr>
          <p:nvPr>
            <p:ph type="title"/>
          </p:nvPr>
        </p:nvSpPr>
        <p:spPr>
          <a:xfrm>
            <a:off x="838200" y="356552"/>
            <a:ext cx="10515600" cy="420688"/>
          </a:xfrm>
        </p:spPr>
        <p:txBody>
          <a:bodyPr>
            <a:noAutofit/>
          </a:bodyPr>
          <a:lstStyle/>
          <a:p>
            <a:r>
              <a:rPr lang="en-US" sz="2800" dirty="0">
                <a:latin typeface="Tahoma" panose="020B0604030504040204" pitchFamily="34" charset="0"/>
                <a:ea typeface="Tahoma" panose="020B0604030504040204" pitchFamily="34" charset="0"/>
                <a:cs typeface="Tahoma" panose="020B0604030504040204" pitchFamily="34" charset="0"/>
              </a:rPr>
              <a:t> HRM Today: Responding to AI-Driven Change</a:t>
            </a:r>
            <a:endParaRPr lang="en-IN" sz="2800" dirty="0">
              <a:latin typeface="Tahoma" panose="020B0604030504040204" pitchFamily="34" charset="0"/>
              <a:ea typeface="Tahoma" panose="020B0604030504040204" pitchFamily="34" charset="0"/>
              <a:cs typeface="Tahoma" panose="020B0604030504040204" pitchFamily="34" charset="0"/>
            </a:endParaRPr>
          </a:p>
        </p:txBody>
      </p:sp>
      <p:sp>
        <p:nvSpPr>
          <p:cNvPr id="2" name="Slide Number Placeholder 1">
            <a:extLst>
              <a:ext uri="{FF2B5EF4-FFF2-40B4-BE49-F238E27FC236}">
                <a16:creationId xmlns:a16="http://schemas.microsoft.com/office/drawing/2014/main" id="{1964DEC8-356D-15AF-F137-3E71B9008F5C}"/>
              </a:ext>
            </a:extLst>
          </p:cNvPr>
          <p:cNvSpPr>
            <a:spLocks noGrp="1"/>
          </p:cNvSpPr>
          <p:nvPr>
            <p:ph type="sldNum" sz="quarter" idx="12"/>
          </p:nvPr>
        </p:nvSpPr>
        <p:spPr/>
        <p:txBody>
          <a:bodyPr/>
          <a:lstStyle/>
          <a:p>
            <a:fld id="{AADF62B3-C5AA-40A0-A9F3-B28CB0ADD062}" type="slidenum">
              <a:rPr lang="en-IN" smtClean="0"/>
              <a:t>7</a:t>
            </a:fld>
            <a:endParaRPr lang="en-IN"/>
          </a:p>
        </p:txBody>
      </p:sp>
    </p:spTree>
    <p:extLst>
      <p:ext uri="{BB962C8B-B14F-4D97-AF65-F5344CB8AC3E}">
        <p14:creationId xmlns:p14="http://schemas.microsoft.com/office/powerpoint/2010/main" val="42606604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ECD1E4-7358-989E-D82C-55ECF197116E}"/>
            </a:ext>
          </a:extLst>
        </p:cNvPr>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6A8C3087-0DAF-A3FA-112D-6DAE10A1CA38}"/>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655731" y="1857993"/>
            <a:ext cx="8326469" cy="4351338"/>
          </a:xfrm>
          <a:ln>
            <a:solidFill>
              <a:schemeClr val="bg2">
                <a:lumMod val="90000"/>
              </a:schemeClr>
            </a:solidFill>
          </a:ln>
        </p:spPr>
      </p:pic>
      <p:cxnSp>
        <p:nvCxnSpPr>
          <p:cNvPr id="4" name="Straight Connector 3">
            <a:extLst>
              <a:ext uri="{FF2B5EF4-FFF2-40B4-BE49-F238E27FC236}">
                <a16:creationId xmlns:a16="http://schemas.microsoft.com/office/drawing/2014/main" id="{B7C47B57-78A5-22DB-7903-216F7A51C0DA}"/>
              </a:ext>
            </a:extLst>
          </p:cNvPr>
          <p:cNvCxnSpPr/>
          <p:nvPr/>
        </p:nvCxnSpPr>
        <p:spPr>
          <a:xfrm>
            <a:off x="256032" y="1197864"/>
            <a:ext cx="11786616"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5" name="Title 1">
            <a:extLst>
              <a:ext uri="{FF2B5EF4-FFF2-40B4-BE49-F238E27FC236}">
                <a16:creationId xmlns:a16="http://schemas.microsoft.com/office/drawing/2014/main" id="{4DFDB111-FC29-E917-DDEB-F4997573CB87}"/>
              </a:ext>
            </a:extLst>
          </p:cNvPr>
          <p:cNvSpPr>
            <a:spLocks noGrp="1"/>
          </p:cNvSpPr>
          <p:nvPr>
            <p:ph type="title"/>
          </p:nvPr>
        </p:nvSpPr>
        <p:spPr>
          <a:xfrm>
            <a:off x="838200" y="518392"/>
            <a:ext cx="10984264" cy="420688"/>
          </a:xfrm>
        </p:spPr>
        <p:txBody>
          <a:bodyPr>
            <a:noAutofit/>
          </a:bodyPr>
          <a:lstStyle/>
          <a:p>
            <a:r>
              <a:rPr lang="en-US" sz="2800" dirty="0">
                <a:latin typeface="Tahoma" panose="020B0604030504040204" pitchFamily="34" charset="0"/>
                <a:ea typeface="Tahoma" panose="020B0604030504040204" pitchFamily="34" charset="0"/>
                <a:cs typeface="Tahoma" panose="020B0604030504040204" pitchFamily="34" charset="0"/>
              </a:rPr>
              <a:t>Scope of HRM - It covers the entire employee lifecycle—from entry to exit</a:t>
            </a:r>
            <a:endParaRPr lang="en-IN" sz="2800" dirty="0">
              <a:latin typeface="Tahoma" panose="020B0604030504040204" pitchFamily="34" charset="0"/>
              <a:ea typeface="Tahoma" panose="020B0604030504040204" pitchFamily="34" charset="0"/>
              <a:cs typeface="Tahoma" panose="020B0604030504040204" pitchFamily="34" charset="0"/>
            </a:endParaRPr>
          </a:p>
        </p:txBody>
      </p:sp>
      <p:sp>
        <p:nvSpPr>
          <p:cNvPr id="2" name="Slide Number Placeholder 1">
            <a:extLst>
              <a:ext uri="{FF2B5EF4-FFF2-40B4-BE49-F238E27FC236}">
                <a16:creationId xmlns:a16="http://schemas.microsoft.com/office/drawing/2014/main" id="{BB54ED04-17D1-3621-E3E2-F9CDF10F73F9}"/>
              </a:ext>
            </a:extLst>
          </p:cNvPr>
          <p:cNvSpPr>
            <a:spLocks noGrp="1"/>
          </p:cNvSpPr>
          <p:nvPr>
            <p:ph type="sldNum" sz="quarter" idx="12"/>
          </p:nvPr>
        </p:nvSpPr>
        <p:spPr/>
        <p:txBody>
          <a:bodyPr/>
          <a:lstStyle/>
          <a:p>
            <a:fld id="{AADF62B3-C5AA-40A0-A9F3-B28CB0ADD062}" type="slidenum">
              <a:rPr lang="en-IN" smtClean="0"/>
              <a:t>8</a:t>
            </a:fld>
            <a:endParaRPr lang="en-IN"/>
          </a:p>
        </p:txBody>
      </p:sp>
    </p:spTree>
    <p:extLst>
      <p:ext uri="{BB962C8B-B14F-4D97-AF65-F5344CB8AC3E}">
        <p14:creationId xmlns:p14="http://schemas.microsoft.com/office/powerpoint/2010/main" val="761544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610021-44C2-A937-533F-651984D08D2B}"/>
            </a:ext>
          </a:extLst>
        </p:cNvPr>
        <p:cNvGrpSpPr/>
        <p:nvPr/>
      </p:nvGrpSpPr>
      <p:grpSpPr>
        <a:xfrm>
          <a:off x="0" y="0"/>
          <a:ext cx="0" cy="0"/>
          <a:chOff x="0" y="0"/>
          <a:chExt cx="0" cy="0"/>
        </a:xfrm>
      </p:grpSpPr>
      <p:graphicFrame>
        <p:nvGraphicFramePr>
          <p:cNvPr id="6" name="Content Placeholder 5">
            <a:extLst>
              <a:ext uri="{FF2B5EF4-FFF2-40B4-BE49-F238E27FC236}">
                <a16:creationId xmlns:a16="http://schemas.microsoft.com/office/drawing/2014/main" id="{DEF601CE-7981-C61D-6A88-549DEDD3EEE4}"/>
              </a:ext>
            </a:extLst>
          </p:cNvPr>
          <p:cNvGraphicFramePr>
            <a:graphicFrameLocks noGrp="1"/>
          </p:cNvGraphicFramePr>
          <p:nvPr>
            <p:ph idx="1"/>
            <p:extLst>
              <p:ext uri="{D42A27DB-BD31-4B8C-83A1-F6EECF244321}">
                <p14:modId xmlns:p14="http://schemas.microsoft.com/office/powerpoint/2010/main" val="2276941498"/>
              </p:ext>
            </p:extLst>
          </p:nvPr>
        </p:nvGraphicFramePr>
        <p:xfrm>
          <a:off x="838198" y="1540221"/>
          <a:ext cx="10628215" cy="4642547"/>
        </p:xfrm>
        <a:graphic>
          <a:graphicData uri="http://schemas.openxmlformats.org/drawingml/2006/table">
            <a:tbl>
              <a:tblPr/>
              <a:tblGrid>
                <a:gridCol w="2273137">
                  <a:extLst>
                    <a:ext uri="{9D8B030D-6E8A-4147-A177-3AD203B41FA5}">
                      <a16:colId xmlns:a16="http://schemas.microsoft.com/office/drawing/2014/main" val="2896999481"/>
                    </a:ext>
                  </a:extLst>
                </a:gridCol>
                <a:gridCol w="4812340">
                  <a:extLst>
                    <a:ext uri="{9D8B030D-6E8A-4147-A177-3AD203B41FA5}">
                      <a16:colId xmlns:a16="http://schemas.microsoft.com/office/drawing/2014/main" val="414930424"/>
                    </a:ext>
                  </a:extLst>
                </a:gridCol>
                <a:gridCol w="3542738">
                  <a:extLst>
                    <a:ext uri="{9D8B030D-6E8A-4147-A177-3AD203B41FA5}">
                      <a16:colId xmlns:a16="http://schemas.microsoft.com/office/drawing/2014/main" val="3765282313"/>
                    </a:ext>
                  </a:extLst>
                </a:gridCol>
              </a:tblGrid>
              <a:tr h="249176">
                <a:tc>
                  <a:txBody>
                    <a:bodyPr/>
                    <a:lstStyle/>
                    <a:p>
                      <a:pPr>
                        <a:buNone/>
                      </a:pPr>
                      <a:r>
                        <a:rPr lang="en-IN" sz="1400" b="1">
                          <a:latin typeface="Tahoma" panose="020B0604030504040204" pitchFamily="34" charset="0"/>
                          <a:ea typeface="Tahoma" panose="020B0604030504040204" pitchFamily="34" charset="0"/>
                          <a:cs typeface="Tahoma" panose="020B0604030504040204" pitchFamily="34" charset="0"/>
                        </a:rPr>
                        <a:t>Trend</a:t>
                      </a:r>
                      <a:endParaRPr lang="en-IN" sz="1400">
                        <a:latin typeface="Tahoma" panose="020B0604030504040204" pitchFamily="34" charset="0"/>
                        <a:ea typeface="Tahoma" panose="020B0604030504040204" pitchFamily="34" charset="0"/>
                        <a:cs typeface="Tahoma" panose="020B0604030504040204" pitchFamily="34" charset="0"/>
                      </a:endParaRPr>
                    </a:p>
                  </a:txBody>
                  <a:tcPr marL="48348" marR="48348" marT="24174" marB="2417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IN" sz="1400" b="1">
                          <a:latin typeface="Tahoma" panose="020B0604030504040204" pitchFamily="34" charset="0"/>
                          <a:ea typeface="Tahoma" panose="020B0604030504040204" pitchFamily="34" charset="0"/>
                          <a:cs typeface="Tahoma" panose="020B0604030504040204" pitchFamily="34" charset="0"/>
                        </a:rPr>
                        <a:t>Description</a:t>
                      </a:r>
                      <a:endParaRPr lang="en-IN" sz="1400">
                        <a:latin typeface="Tahoma" panose="020B0604030504040204" pitchFamily="34" charset="0"/>
                        <a:ea typeface="Tahoma" panose="020B0604030504040204" pitchFamily="34" charset="0"/>
                        <a:cs typeface="Tahoma" panose="020B0604030504040204" pitchFamily="34" charset="0"/>
                      </a:endParaRPr>
                    </a:p>
                  </a:txBody>
                  <a:tcPr marL="48348" marR="48348" marT="24174" marB="2417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IN" sz="1400" b="1">
                          <a:latin typeface="Tahoma" panose="020B0604030504040204" pitchFamily="34" charset="0"/>
                          <a:ea typeface="Tahoma" panose="020B0604030504040204" pitchFamily="34" charset="0"/>
                          <a:cs typeface="Tahoma" panose="020B0604030504040204" pitchFamily="34" charset="0"/>
                        </a:rPr>
                        <a:t>HRM Implication</a:t>
                      </a:r>
                      <a:endParaRPr lang="en-IN" sz="1400">
                        <a:latin typeface="Tahoma" panose="020B0604030504040204" pitchFamily="34" charset="0"/>
                        <a:ea typeface="Tahoma" panose="020B0604030504040204" pitchFamily="34" charset="0"/>
                        <a:cs typeface="Tahoma" panose="020B0604030504040204" pitchFamily="34" charset="0"/>
                      </a:endParaRPr>
                    </a:p>
                  </a:txBody>
                  <a:tcPr marL="48348" marR="48348" marT="24174" marB="2417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54496284"/>
                  </a:ext>
                </a:extLst>
              </a:tr>
              <a:tr h="780149">
                <a:tc>
                  <a:txBody>
                    <a:bodyPr/>
                    <a:lstStyle/>
                    <a:p>
                      <a:pPr>
                        <a:buNone/>
                      </a:pPr>
                      <a:r>
                        <a:rPr lang="en-IN" sz="1400" b="1">
                          <a:latin typeface="Tahoma" panose="020B0604030504040204" pitchFamily="34" charset="0"/>
                          <a:ea typeface="Tahoma" panose="020B0604030504040204" pitchFamily="34" charset="0"/>
                          <a:cs typeface="Tahoma" panose="020B0604030504040204" pitchFamily="34" charset="0"/>
                        </a:rPr>
                        <a:t>Integration of Technology &amp; AI</a:t>
                      </a:r>
                      <a:endParaRPr lang="en-IN" sz="1400">
                        <a:latin typeface="Tahoma" panose="020B0604030504040204" pitchFamily="34" charset="0"/>
                        <a:ea typeface="Tahoma" panose="020B0604030504040204" pitchFamily="34" charset="0"/>
                        <a:cs typeface="Tahoma" panose="020B0604030504040204" pitchFamily="34" charset="0"/>
                      </a:endParaRPr>
                    </a:p>
                  </a:txBody>
                  <a:tcPr marL="48348" marR="48348" marT="24174" marB="2417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400">
                          <a:latin typeface="Tahoma" panose="020B0604030504040204" pitchFamily="34" charset="0"/>
                          <a:ea typeface="Tahoma" panose="020B0604030504040204" pitchFamily="34" charset="0"/>
                          <a:cs typeface="Tahoma" panose="020B0604030504040204" pitchFamily="34" charset="0"/>
                        </a:rPr>
                        <a:t>Use of digital tools and AI in HR processes like recruitment, performance analytics, and employee support.</a:t>
                      </a:r>
                    </a:p>
                  </a:txBody>
                  <a:tcPr marL="48348" marR="48348" marT="24174" marB="2417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400" dirty="0">
                          <a:latin typeface="Tahoma" panose="020B0604030504040204" pitchFamily="34" charset="0"/>
                          <a:ea typeface="Tahoma" panose="020B0604030504040204" pitchFamily="34" charset="0"/>
                          <a:cs typeface="Tahoma" panose="020B0604030504040204" pitchFamily="34" charset="0"/>
                        </a:rPr>
                        <a:t>HR functions shift from administrative tasks to strategic decision support. </a:t>
                      </a:r>
                    </a:p>
                  </a:txBody>
                  <a:tcPr marL="48348" marR="48348" marT="24174" marB="2417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30949059"/>
                  </a:ext>
                </a:extLst>
              </a:tr>
              <a:tr h="600115">
                <a:tc>
                  <a:txBody>
                    <a:bodyPr/>
                    <a:lstStyle/>
                    <a:p>
                      <a:pPr>
                        <a:buNone/>
                      </a:pPr>
                      <a:r>
                        <a:rPr lang="en-IN" sz="1400" b="1">
                          <a:latin typeface="Tahoma" panose="020B0604030504040204" pitchFamily="34" charset="0"/>
                          <a:ea typeface="Tahoma" panose="020B0604030504040204" pitchFamily="34" charset="0"/>
                          <a:cs typeface="Tahoma" panose="020B0604030504040204" pitchFamily="34" charset="0"/>
                        </a:rPr>
                        <a:t>Remote and Hybrid Work</a:t>
                      </a:r>
                      <a:endParaRPr lang="en-IN" sz="1400">
                        <a:latin typeface="Tahoma" panose="020B0604030504040204" pitchFamily="34" charset="0"/>
                        <a:ea typeface="Tahoma" panose="020B0604030504040204" pitchFamily="34" charset="0"/>
                        <a:cs typeface="Tahoma" panose="020B0604030504040204" pitchFamily="34" charset="0"/>
                      </a:endParaRPr>
                    </a:p>
                  </a:txBody>
                  <a:tcPr marL="48348" marR="48348" marT="24174" marB="2417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400">
                          <a:latin typeface="Tahoma" panose="020B0604030504040204" pitchFamily="34" charset="0"/>
                          <a:ea typeface="Tahoma" panose="020B0604030504040204" pitchFamily="34" charset="0"/>
                          <a:cs typeface="Tahoma" panose="020B0604030504040204" pitchFamily="34" charset="0"/>
                        </a:rPr>
                        <a:t>Work continues to be distributed across remote and office settings.</a:t>
                      </a:r>
                    </a:p>
                  </a:txBody>
                  <a:tcPr marL="48348" marR="48348" marT="24174" marB="2417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400" dirty="0">
                          <a:latin typeface="Tahoma" panose="020B0604030504040204" pitchFamily="34" charset="0"/>
                          <a:ea typeface="Tahoma" panose="020B0604030504040204" pitchFamily="34" charset="0"/>
                          <a:cs typeface="Tahoma" panose="020B0604030504040204" pitchFamily="34" charset="0"/>
                        </a:rPr>
                        <a:t>HR must redesign policies on engagement, communication, hybrid teams. </a:t>
                      </a:r>
                    </a:p>
                  </a:txBody>
                  <a:tcPr marL="48348" marR="48348" marT="24174" marB="2417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73653451"/>
                  </a:ext>
                </a:extLst>
              </a:tr>
              <a:tr h="600115">
                <a:tc>
                  <a:txBody>
                    <a:bodyPr/>
                    <a:lstStyle/>
                    <a:p>
                      <a:pPr>
                        <a:buNone/>
                      </a:pPr>
                      <a:r>
                        <a:rPr lang="en-IN" sz="1400" b="1">
                          <a:latin typeface="Tahoma" panose="020B0604030504040204" pitchFamily="34" charset="0"/>
                          <a:ea typeface="Tahoma" panose="020B0604030504040204" pitchFamily="34" charset="0"/>
                          <a:cs typeface="Tahoma" panose="020B0604030504040204" pitchFamily="34" charset="0"/>
                        </a:rPr>
                        <a:t>Employee Experience &amp; Well-Being</a:t>
                      </a:r>
                      <a:endParaRPr lang="en-IN" sz="1400">
                        <a:latin typeface="Tahoma" panose="020B0604030504040204" pitchFamily="34" charset="0"/>
                        <a:ea typeface="Tahoma" panose="020B0604030504040204" pitchFamily="34" charset="0"/>
                        <a:cs typeface="Tahoma" panose="020B0604030504040204" pitchFamily="34" charset="0"/>
                      </a:endParaRPr>
                    </a:p>
                  </a:txBody>
                  <a:tcPr marL="48348" marR="48348" marT="24174" marB="2417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400">
                          <a:latin typeface="Tahoma" panose="020B0604030504040204" pitchFamily="34" charset="0"/>
                          <a:ea typeface="Tahoma" panose="020B0604030504040204" pitchFamily="34" charset="0"/>
                          <a:cs typeface="Tahoma" panose="020B0604030504040204" pitchFamily="34" charset="0"/>
                        </a:rPr>
                        <a:t>Focus on holistic employee experience, mental health, and work–life balance.</a:t>
                      </a:r>
                    </a:p>
                  </a:txBody>
                  <a:tcPr marL="48348" marR="48348" marT="24174" marB="2417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400" dirty="0">
                          <a:latin typeface="Tahoma" panose="020B0604030504040204" pitchFamily="34" charset="0"/>
                          <a:ea typeface="Tahoma" panose="020B0604030504040204" pitchFamily="34" charset="0"/>
                          <a:cs typeface="Tahoma" panose="020B0604030504040204" pitchFamily="34" charset="0"/>
                        </a:rPr>
                        <a:t>Greater emphasis on support systems, surveys, well-being programs. </a:t>
                      </a:r>
                    </a:p>
                  </a:txBody>
                  <a:tcPr marL="48348" marR="48348" marT="24174" marB="2417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54607543"/>
                  </a:ext>
                </a:extLst>
              </a:tr>
              <a:tr h="600115">
                <a:tc>
                  <a:txBody>
                    <a:bodyPr/>
                    <a:lstStyle/>
                    <a:p>
                      <a:pPr>
                        <a:buNone/>
                      </a:pPr>
                      <a:r>
                        <a:rPr lang="en-IN" sz="1400" b="1">
                          <a:latin typeface="Tahoma" panose="020B0604030504040204" pitchFamily="34" charset="0"/>
                          <a:ea typeface="Tahoma" panose="020B0604030504040204" pitchFamily="34" charset="0"/>
                          <a:cs typeface="Tahoma" panose="020B0604030504040204" pitchFamily="34" charset="0"/>
                        </a:rPr>
                        <a:t>Upskilling and Reskilling</a:t>
                      </a:r>
                      <a:endParaRPr lang="en-IN" sz="1400">
                        <a:latin typeface="Tahoma" panose="020B0604030504040204" pitchFamily="34" charset="0"/>
                        <a:ea typeface="Tahoma" panose="020B0604030504040204" pitchFamily="34" charset="0"/>
                        <a:cs typeface="Tahoma" panose="020B0604030504040204" pitchFamily="34" charset="0"/>
                      </a:endParaRPr>
                    </a:p>
                  </a:txBody>
                  <a:tcPr marL="48348" marR="48348" marT="24174" marB="2417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400">
                          <a:latin typeface="Tahoma" panose="020B0604030504040204" pitchFamily="34" charset="0"/>
                          <a:ea typeface="Tahoma" panose="020B0604030504040204" pitchFamily="34" charset="0"/>
                          <a:cs typeface="Tahoma" panose="020B0604030504040204" pitchFamily="34" charset="0"/>
                        </a:rPr>
                        <a:t>Continuous learning to match evolving skill needs, especially with automation.</a:t>
                      </a:r>
                    </a:p>
                  </a:txBody>
                  <a:tcPr marL="48348" marR="48348" marT="24174" marB="2417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400" dirty="0">
                          <a:latin typeface="Tahoma" panose="020B0604030504040204" pitchFamily="34" charset="0"/>
                          <a:ea typeface="Tahoma" panose="020B0604030504040204" pitchFamily="34" charset="0"/>
                          <a:cs typeface="Tahoma" panose="020B0604030504040204" pitchFamily="34" charset="0"/>
                        </a:rPr>
                        <a:t>HR designs personalized learning journeys, internal mobility support. </a:t>
                      </a:r>
                    </a:p>
                  </a:txBody>
                  <a:tcPr marL="48348" marR="48348" marT="24174" marB="2417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64653910"/>
                  </a:ext>
                </a:extLst>
              </a:tr>
              <a:tr h="600115">
                <a:tc>
                  <a:txBody>
                    <a:bodyPr/>
                    <a:lstStyle/>
                    <a:p>
                      <a:pPr>
                        <a:buNone/>
                      </a:pPr>
                      <a:r>
                        <a:rPr lang="en-IN" sz="1400" b="1">
                          <a:latin typeface="Tahoma" panose="020B0604030504040204" pitchFamily="34" charset="0"/>
                          <a:ea typeface="Tahoma" panose="020B0604030504040204" pitchFamily="34" charset="0"/>
                          <a:cs typeface="Tahoma" panose="020B0604030504040204" pitchFamily="34" charset="0"/>
                        </a:rPr>
                        <a:t>Data-Driven HR &amp; People Analytics</a:t>
                      </a:r>
                      <a:endParaRPr lang="en-IN" sz="1400">
                        <a:latin typeface="Tahoma" panose="020B0604030504040204" pitchFamily="34" charset="0"/>
                        <a:ea typeface="Tahoma" panose="020B0604030504040204" pitchFamily="34" charset="0"/>
                        <a:cs typeface="Tahoma" panose="020B0604030504040204" pitchFamily="34" charset="0"/>
                      </a:endParaRPr>
                    </a:p>
                  </a:txBody>
                  <a:tcPr marL="48348" marR="48348" marT="24174" marB="2417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400">
                          <a:latin typeface="Tahoma" panose="020B0604030504040204" pitchFamily="34" charset="0"/>
                          <a:ea typeface="Tahoma" panose="020B0604030504040204" pitchFamily="34" charset="0"/>
                          <a:cs typeface="Tahoma" panose="020B0604030504040204" pitchFamily="34" charset="0"/>
                        </a:rPr>
                        <a:t>Use of analytics to predict turnover, optimize hiring, and guide talent decisions.</a:t>
                      </a:r>
                    </a:p>
                  </a:txBody>
                  <a:tcPr marL="48348" marR="48348" marT="24174" marB="2417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400" dirty="0">
                          <a:latin typeface="Tahoma" panose="020B0604030504040204" pitchFamily="34" charset="0"/>
                          <a:ea typeface="Tahoma" panose="020B0604030504040204" pitchFamily="34" charset="0"/>
                          <a:cs typeface="Tahoma" panose="020B0604030504040204" pitchFamily="34" charset="0"/>
                        </a:rPr>
                        <a:t>HR becomes more evidence-based with predictive insights. </a:t>
                      </a:r>
                    </a:p>
                  </a:txBody>
                  <a:tcPr marL="48348" marR="48348" marT="24174" marB="2417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05211345"/>
                  </a:ext>
                </a:extLst>
              </a:tr>
              <a:tr h="600115">
                <a:tc>
                  <a:txBody>
                    <a:bodyPr/>
                    <a:lstStyle/>
                    <a:p>
                      <a:pPr>
                        <a:buNone/>
                      </a:pPr>
                      <a:r>
                        <a:rPr lang="en-IN" sz="1400" b="1">
                          <a:latin typeface="Tahoma" panose="020B0604030504040204" pitchFamily="34" charset="0"/>
                          <a:ea typeface="Tahoma" panose="020B0604030504040204" pitchFamily="34" charset="0"/>
                          <a:cs typeface="Tahoma" panose="020B0604030504040204" pitchFamily="34" charset="0"/>
                        </a:rPr>
                        <a:t>Diversity, Equity &amp; Inclusion (DEI)</a:t>
                      </a:r>
                      <a:endParaRPr lang="en-IN" sz="1400">
                        <a:latin typeface="Tahoma" panose="020B0604030504040204" pitchFamily="34" charset="0"/>
                        <a:ea typeface="Tahoma" panose="020B0604030504040204" pitchFamily="34" charset="0"/>
                        <a:cs typeface="Tahoma" panose="020B0604030504040204" pitchFamily="34" charset="0"/>
                      </a:endParaRPr>
                    </a:p>
                  </a:txBody>
                  <a:tcPr marL="48348" marR="48348" marT="24174" marB="2417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400">
                          <a:latin typeface="Tahoma" panose="020B0604030504040204" pitchFamily="34" charset="0"/>
                          <a:ea typeface="Tahoma" panose="020B0604030504040204" pitchFamily="34" charset="0"/>
                          <a:cs typeface="Tahoma" panose="020B0604030504040204" pitchFamily="34" charset="0"/>
                        </a:rPr>
                        <a:t>Systematic strategies to promote fair representation and belonging.</a:t>
                      </a:r>
                    </a:p>
                  </a:txBody>
                  <a:tcPr marL="48348" marR="48348" marT="24174" marB="2417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400" dirty="0">
                          <a:latin typeface="Tahoma" panose="020B0604030504040204" pitchFamily="34" charset="0"/>
                          <a:ea typeface="Tahoma" panose="020B0604030504040204" pitchFamily="34" charset="0"/>
                          <a:cs typeface="Tahoma" panose="020B0604030504040204" pitchFamily="34" charset="0"/>
                        </a:rPr>
                        <a:t>HR incorporates inclusive hiring, bias mitigation, DEI metrics. </a:t>
                      </a:r>
                    </a:p>
                  </a:txBody>
                  <a:tcPr marL="48348" marR="48348" marT="24174" marB="2417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91838673"/>
                  </a:ext>
                </a:extLst>
              </a:tr>
              <a:tr h="600115">
                <a:tc>
                  <a:txBody>
                    <a:bodyPr/>
                    <a:lstStyle/>
                    <a:p>
                      <a:pPr>
                        <a:buNone/>
                      </a:pPr>
                      <a:r>
                        <a:rPr lang="en-IN" sz="1400" b="1">
                          <a:latin typeface="Tahoma" panose="020B0604030504040204" pitchFamily="34" charset="0"/>
                          <a:ea typeface="Tahoma" panose="020B0604030504040204" pitchFamily="34" charset="0"/>
                          <a:cs typeface="Tahoma" panose="020B0604030504040204" pitchFamily="34" charset="0"/>
                        </a:rPr>
                        <a:t>Strategic Workforce Planning</a:t>
                      </a:r>
                      <a:endParaRPr lang="en-IN" sz="1400">
                        <a:latin typeface="Tahoma" panose="020B0604030504040204" pitchFamily="34" charset="0"/>
                        <a:ea typeface="Tahoma" panose="020B0604030504040204" pitchFamily="34" charset="0"/>
                        <a:cs typeface="Tahoma" panose="020B0604030504040204" pitchFamily="34" charset="0"/>
                      </a:endParaRPr>
                    </a:p>
                  </a:txBody>
                  <a:tcPr marL="48348" marR="48348" marT="24174" marB="2417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400">
                          <a:latin typeface="Tahoma" panose="020B0604030504040204" pitchFamily="34" charset="0"/>
                          <a:ea typeface="Tahoma" panose="020B0604030504040204" pitchFamily="34" charset="0"/>
                          <a:cs typeface="Tahoma" panose="020B0604030504040204" pitchFamily="34" charset="0"/>
                        </a:rPr>
                        <a:t>Shift from role-based to skill-based workforce design.</a:t>
                      </a:r>
                    </a:p>
                  </a:txBody>
                  <a:tcPr marL="48348" marR="48348" marT="24174" marB="2417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400" dirty="0">
                          <a:latin typeface="Tahoma" panose="020B0604030504040204" pitchFamily="34" charset="0"/>
                          <a:ea typeface="Tahoma" panose="020B0604030504040204" pitchFamily="34" charset="0"/>
                          <a:cs typeface="Tahoma" panose="020B0604030504040204" pitchFamily="34" charset="0"/>
                        </a:rPr>
                        <a:t>HR contributes directly to organizational strategy and future workforce needs. </a:t>
                      </a:r>
                    </a:p>
                  </a:txBody>
                  <a:tcPr marL="48348" marR="48348" marT="24174" marB="2417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46123439"/>
                  </a:ext>
                </a:extLst>
              </a:tr>
            </a:tbl>
          </a:graphicData>
        </a:graphic>
      </p:graphicFrame>
      <p:cxnSp>
        <p:nvCxnSpPr>
          <p:cNvPr id="4" name="Straight Connector 3">
            <a:extLst>
              <a:ext uri="{FF2B5EF4-FFF2-40B4-BE49-F238E27FC236}">
                <a16:creationId xmlns:a16="http://schemas.microsoft.com/office/drawing/2014/main" id="{F531EFA4-DE76-E6A7-B4A2-2E9EF5E6205A}"/>
              </a:ext>
            </a:extLst>
          </p:cNvPr>
          <p:cNvCxnSpPr/>
          <p:nvPr/>
        </p:nvCxnSpPr>
        <p:spPr>
          <a:xfrm>
            <a:off x="256032" y="1197864"/>
            <a:ext cx="11786616"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5" name="Title 1">
            <a:extLst>
              <a:ext uri="{FF2B5EF4-FFF2-40B4-BE49-F238E27FC236}">
                <a16:creationId xmlns:a16="http://schemas.microsoft.com/office/drawing/2014/main" id="{7CA97496-15E4-B4DE-116E-B27660E28A73}"/>
              </a:ext>
            </a:extLst>
          </p:cNvPr>
          <p:cNvSpPr>
            <a:spLocks noGrp="1"/>
          </p:cNvSpPr>
          <p:nvPr>
            <p:ph type="title"/>
          </p:nvPr>
        </p:nvSpPr>
        <p:spPr>
          <a:xfrm>
            <a:off x="838200" y="356552"/>
            <a:ext cx="10515600" cy="420688"/>
          </a:xfrm>
        </p:spPr>
        <p:txBody>
          <a:bodyPr>
            <a:noAutofit/>
          </a:bodyPr>
          <a:lstStyle/>
          <a:p>
            <a:r>
              <a:rPr lang="en-US" sz="2800" dirty="0">
                <a:latin typeface="Tahoma" panose="020B0604030504040204" pitchFamily="34" charset="0"/>
                <a:ea typeface="Tahoma" panose="020B0604030504040204" pitchFamily="34" charset="0"/>
                <a:cs typeface="Tahoma" panose="020B0604030504040204" pitchFamily="34" charset="0"/>
              </a:rPr>
              <a:t> Emerging Trends in HRM</a:t>
            </a:r>
            <a:endParaRPr lang="en-IN" sz="2800" dirty="0">
              <a:latin typeface="Tahoma" panose="020B0604030504040204" pitchFamily="34" charset="0"/>
              <a:ea typeface="Tahoma" panose="020B0604030504040204" pitchFamily="34" charset="0"/>
              <a:cs typeface="Tahoma" panose="020B0604030504040204" pitchFamily="34" charset="0"/>
            </a:endParaRPr>
          </a:p>
        </p:txBody>
      </p:sp>
      <p:sp>
        <p:nvSpPr>
          <p:cNvPr id="2" name="Slide Number Placeholder 1">
            <a:extLst>
              <a:ext uri="{FF2B5EF4-FFF2-40B4-BE49-F238E27FC236}">
                <a16:creationId xmlns:a16="http://schemas.microsoft.com/office/drawing/2014/main" id="{D59385ED-01B6-44D1-FD92-B54A13EF3FE8}"/>
              </a:ext>
            </a:extLst>
          </p:cNvPr>
          <p:cNvSpPr>
            <a:spLocks noGrp="1"/>
          </p:cNvSpPr>
          <p:nvPr>
            <p:ph type="sldNum" sz="quarter" idx="12"/>
          </p:nvPr>
        </p:nvSpPr>
        <p:spPr/>
        <p:txBody>
          <a:bodyPr/>
          <a:lstStyle/>
          <a:p>
            <a:fld id="{AADF62B3-C5AA-40A0-A9F3-B28CB0ADD062}" type="slidenum">
              <a:rPr lang="en-IN" smtClean="0"/>
              <a:t>9</a:t>
            </a:fld>
            <a:endParaRPr lang="en-IN"/>
          </a:p>
        </p:txBody>
      </p:sp>
    </p:spTree>
    <p:extLst>
      <p:ext uri="{BB962C8B-B14F-4D97-AF65-F5344CB8AC3E}">
        <p14:creationId xmlns:p14="http://schemas.microsoft.com/office/powerpoint/2010/main" val="25438006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8EF022-C6B6-387A-8308-1507DCF46C8A}"/>
            </a:ext>
          </a:extLst>
        </p:cNvPr>
        <p:cNvGrpSpPr/>
        <p:nvPr/>
      </p:nvGrpSpPr>
      <p:grpSpPr>
        <a:xfrm>
          <a:off x="0" y="0"/>
          <a:ext cx="0" cy="0"/>
          <a:chOff x="0" y="0"/>
          <a:chExt cx="0" cy="0"/>
        </a:xfrm>
      </p:grpSpPr>
      <p:graphicFrame>
        <p:nvGraphicFramePr>
          <p:cNvPr id="6" name="Content Placeholder 5">
            <a:extLst>
              <a:ext uri="{FF2B5EF4-FFF2-40B4-BE49-F238E27FC236}">
                <a16:creationId xmlns:a16="http://schemas.microsoft.com/office/drawing/2014/main" id="{878FA938-EFB0-5DE3-1657-F9C0A9A19372}"/>
              </a:ext>
            </a:extLst>
          </p:cNvPr>
          <p:cNvGraphicFramePr>
            <a:graphicFrameLocks noGrp="1"/>
          </p:cNvGraphicFramePr>
          <p:nvPr>
            <p:ph idx="1"/>
            <p:extLst>
              <p:ext uri="{D42A27DB-BD31-4B8C-83A1-F6EECF244321}">
                <p14:modId xmlns:p14="http://schemas.microsoft.com/office/powerpoint/2010/main" val="4245479945"/>
              </p:ext>
            </p:extLst>
          </p:nvPr>
        </p:nvGraphicFramePr>
        <p:xfrm>
          <a:off x="1084333" y="1687964"/>
          <a:ext cx="10131228" cy="4370226"/>
        </p:xfrm>
        <a:graphic>
          <a:graphicData uri="http://schemas.openxmlformats.org/drawingml/2006/table">
            <a:tbl>
              <a:tblPr/>
              <a:tblGrid>
                <a:gridCol w="3301550">
                  <a:extLst>
                    <a:ext uri="{9D8B030D-6E8A-4147-A177-3AD203B41FA5}">
                      <a16:colId xmlns:a16="http://schemas.microsoft.com/office/drawing/2014/main" val="2849272639"/>
                    </a:ext>
                  </a:extLst>
                </a:gridCol>
                <a:gridCol w="6829678">
                  <a:extLst>
                    <a:ext uri="{9D8B030D-6E8A-4147-A177-3AD203B41FA5}">
                      <a16:colId xmlns:a16="http://schemas.microsoft.com/office/drawing/2014/main" val="3271069220"/>
                    </a:ext>
                  </a:extLst>
                </a:gridCol>
              </a:tblGrid>
              <a:tr h="322321">
                <a:tc>
                  <a:txBody>
                    <a:bodyPr/>
                    <a:lstStyle/>
                    <a:p>
                      <a:pPr>
                        <a:buNone/>
                      </a:pPr>
                      <a:r>
                        <a:rPr lang="en-IN" sz="1600" b="1">
                          <a:latin typeface="Tahoma" panose="020B0604030504040204" pitchFamily="34" charset="0"/>
                          <a:ea typeface="Tahoma" panose="020B0604030504040204" pitchFamily="34" charset="0"/>
                          <a:cs typeface="Tahoma" panose="020B0604030504040204" pitchFamily="34" charset="0"/>
                        </a:rPr>
                        <a:t>Area of Change</a:t>
                      </a:r>
                      <a:endParaRPr lang="en-IN" sz="1600">
                        <a:latin typeface="Tahoma" panose="020B0604030504040204" pitchFamily="34" charset="0"/>
                        <a:ea typeface="Tahoma" panose="020B0604030504040204" pitchFamily="34" charset="0"/>
                        <a:cs typeface="Tahoma" panose="020B0604030504040204" pitchFamily="34" charset="0"/>
                      </a:endParaRPr>
                    </a:p>
                  </a:txBody>
                  <a:tcPr marL="80580" marR="80580" marT="40290" marB="4029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IN" sz="1600" b="1">
                          <a:latin typeface="Tahoma" panose="020B0604030504040204" pitchFamily="34" charset="0"/>
                          <a:ea typeface="Tahoma" panose="020B0604030504040204" pitchFamily="34" charset="0"/>
                          <a:cs typeface="Tahoma" panose="020B0604030504040204" pitchFamily="34" charset="0"/>
                        </a:rPr>
                        <a:t>HRM Challenge</a:t>
                      </a:r>
                      <a:endParaRPr lang="en-IN" sz="1600">
                        <a:latin typeface="Tahoma" panose="020B0604030504040204" pitchFamily="34" charset="0"/>
                        <a:ea typeface="Tahoma" panose="020B0604030504040204" pitchFamily="34" charset="0"/>
                        <a:cs typeface="Tahoma" panose="020B0604030504040204" pitchFamily="34" charset="0"/>
                      </a:endParaRPr>
                    </a:p>
                  </a:txBody>
                  <a:tcPr marL="80580" marR="80580" marT="40290" marB="4029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73232740"/>
                  </a:ext>
                </a:extLst>
              </a:tr>
              <a:tr h="564062">
                <a:tc>
                  <a:txBody>
                    <a:bodyPr/>
                    <a:lstStyle/>
                    <a:p>
                      <a:pPr>
                        <a:buNone/>
                      </a:pPr>
                      <a:r>
                        <a:rPr lang="en-IN" sz="1600" b="1">
                          <a:latin typeface="Tahoma" panose="020B0604030504040204" pitchFamily="34" charset="0"/>
                          <a:ea typeface="Tahoma" panose="020B0604030504040204" pitchFamily="34" charset="0"/>
                          <a:cs typeface="Tahoma" panose="020B0604030504040204" pitchFamily="34" charset="0"/>
                        </a:rPr>
                        <a:t>Remote &amp; Hybrid Work</a:t>
                      </a:r>
                      <a:endParaRPr lang="en-IN" sz="1600">
                        <a:latin typeface="Tahoma" panose="020B0604030504040204" pitchFamily="34" charset="0"/>
                        <a:ea typeface="Tahoma" panose="020B0604030504040204" pitchFamily="34" charset="0"/>
                        <a:cs typeface="Tahoma" panose="020B0604030504040204" pitchFamily="34" charset="0"/>
                      </a:endParaRPr>
                    </a:p>
                  </a:txBody>
                  <a:tcPr marL="80580" marR="80580" marT="40290" marB="4029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600">
                          <a:latin typeface="Tahoma" panose="020B0604030504040204" pitchFamily="34" charset="0"/>
                          <a:ea typeface="Tahoma" panose="020B0604030504040204" pitchFamily="34" charset="0"/>
                          <a:cs typeface="Tahoma" panose="020B0604030504040204" pitchFamily="34" charset="0"/>
                        </a:rPr>
                        <a:t>Sustaining engagement, trust, and accountability without excessive monitoring</a:t>
                      </a:r>
                    </a:p>
                  </a:txBody>
                  <a:tcPr marL="80580" marR="80580" marT="40290" marB="4029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57295348"/>
                  </a:ext>
                </a:extLst>
              </a:tr>
              <a:tr h="564062">
                <a:tc>
                  <a:txBody>
                    <a:bodyPr/>
                    <a:lstStyle/>
                    <a:p>
                      <a:pPr>
                        <a:buNone/>
                      </a:pPr>
                      <a:r>
                        <a:rPr lang="en-IN" sz="1600" b="1">
                          <a:latin typeface="Tahoma" panose="020B0604030504040204" pitchFamily="34" charset="0"/>
                          <a:ea typeface="Tahoma" panose="020B0604030504040204" pitchFamily="34" charset="0"/>
                          <a:cs typeface="Tahoma" panose="020B0604030504040204" pitchFamily="34" charset="0"/>
                        </a:rPr>
                        <a:t>AI as a Co-Worker</a:t>
                      </a:r>
                      <a:endParaRPr lang="en-IN" sz="1600">
                        <a:latin typeface="Tahoma" panose="020B0604030504040204" pitchFamily="34" charset="0"/>
                        <a:ea typeface="Tahoma" panose="020B0604030504040204" pitchFamily="34" charset="0"/>
                        <a:cs typeface="Tahoma" panose="020B0604030504040204" pitchFamily="34" charset="0"/>
                      </a:endParaRPr>
                    </a:p>
                  </a:txBody>
                  <a:tcPr marL="80580" marR="80580" marT="40290" marB="4029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600" dirty="0">
                          <a:latin typeface="Tahoma" panose="020B0604030504040204" pitchFamily="34" charset="0"/>
                          <a:ea typeface="Tahoma" panose="020B0604030504040204" pitchFamily="34" charset="0"/>
                          <a:cs typeface="Tahoma" panose="020B0604030504040204" pitchFamily="34" charset="0"/>
                        </a:rPr>
                        <a:t>Managing skill displacement, reskilling decisions, and ethical use of AI</a:t>
                      </a:r>
                    </a:p>
                  </a:txBody>
                  <a:tcPr marL="80580" marR="80580" marT="40290" marB="4029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28309657"/>
                  </a:ext>
                </a:extLst>
              </a:tr>
              <a:tr h="564062">
                <a:tc>
                  <a:txBody>
                    <a:bodyPr/>
                    <a:lstStyle/>
                    <a:p>
                      <a:pPr>
                        <a:buNone/>
                      </a:pPr>
                      <a:r>
                        <a:rPr lang="en-IN" sz="1600" b="1">
                          <a:latin typeface="Tahoma" panose="020B0604030504040204" pitchFamily="34" charset="0"/>
                          <a:ea typeface="Tahoma" panose="020B0604030504040204" pitchFamily="34" charset="0"/>
                          <a:cs typeface="Tahoma" panose="020B0604030504040204" pitchFamily="34" charset="0"/>
                        </a:rPr>
                        <a:t>Changing Work Behaviours</a:t>
                      </a:r>
                      <a:endParaRPr lang="en-IN" sz="1600">
                        <a:latin typeface="Tahoma" panose="020B0604030504040204" pitchFamily="34" charset="0"/>
                        <a:ea typeface="Tahoma" panose="020B0604030504040204" pitchFamily="34" charset="0"/>
                        <a:cs typeface="Tahoma" panose="020B0604030504040204" pitchFamily="34" charset="0"/>
                      </a:endParaRPr>
                    </a:p>
                  </a:txBody>
                  <a:tcPr marL="80580" marR="80580" marT="40290" marB="4029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600">
                          <a:latin typeface="Tahoma" panose="020B0604030504040204" pitchFamily="34" charset="0"/>
                          <a:ea typeface="Tahoma" panose="020B0604030504040204" pitchFamily="34" charset="0"/>
                          <a:cs typeface="Tahoma" panose="020B0604030504040204" pitchFamily="34" charset="0"/>
                        </a:rPr>
                        <a:t>Addressing disengagement (quiet quitting, no-shows, ghosting) without mislabeling employees</a:t>
                      </a:r>
                    </a:p>
                  </a:txBody>
                  <a:tcPr marL="80580" marR="80580" marT="40290" marB="4029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77569806"/>
                  </a:ext>
                </a:extLst>
              </a:tr>
              <a:tr h="564062">
                <a:tc>
                  <a:txBody>
                    <a:bodyPr/>
                    <a:lstStyle/>
                    <a:p>
                      <a:pPr>
                        <a:buNone/>
                      </a:pPr>
                      <a:r>
                        <a:rPr lang="en-IN" sz="1600" b="1">
                          <a:latin typeface="Tahoma" panose="020B0604030504040204" pitchFamily="34" charset="0"/>
                          <a:ea typeface="Tahoma" panose="020B0604030504040204" pitchFamily="34" charset="0"/>
                          <a:cs typeface="Tahoma" panose="020B0604030504040204" pitchFamily="34" charset="0"/>
                        </a:rPr>
                        <a:t>Employee Well-being &amp; Mental Health</a:t>
                      </a:r>
                      <a:endParaRPr lang="en-IN" sz="1600">
                        <a:latin typeface="Tahoma" panose="020B0604030504040204" pitchFamily="34" charset="0"/>
                        <a:ea typeface="Tahoma" panose="020B0604030504040204" pitchFamily="34" charset="0"/>
                        <a:cs typeface="Tahoma" panose="020B0604030504040204" pitchFamily="34" charset="0"/>
                      </a:endParaRPr>
                    </a:p>
                  </a:txBody>
                  <a:tcPr marL="80580" marR="80580" marT="40290" marB="4029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600">
                          <a:latin typeface="Tahoma" panose="020B0604030504040204" pitchFamily="34" charset="0"/>
                          <a:ea typeface="Tahoma" panose="020B0604030504040204" pitchFamily="34" charset="0"/>
                          <a:cs typeface="Tahoma" panose="020B0604030504040204" pitchFamily="34" charset="0"/>
                        </a:rPr>
                        <a:t>Preventing burnout, presenteeism, and digital overload</a:t>
                      </a:r>
                    </a:p>
                  </a:txBody>
                  <a:tcPr marL="80580" marR="80580" marT="40290" marB="4029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35891400"/>
                  </a:ext>
                </a:extLst>
              </a:tr>
              <a:tr h="564062">
                <a:tc>
                  <a:txBody>
                    <a:bodyPr/>
                    <a:lstStyle/>
                    <a:p>
                      <a:pPr>
                        <a:buNone/>
                      </a:pPr>
                      <a:r>
                        <a:rPr lang="en-IN" sz="1600" b="1">
                          <a:latin typeface="Tahoma" panose="020B0604030504040204" pitchFamily="34" charset="0"/>
                          <a:ea typeface="Tahoma" panose="020B0604030504040204" pitchFamily="34" charset="0"/>
                          <a:cs typeface="Tahoma" panose="020B0604030504040204" pitchFamily="34" charset="0"/>
                        </a:rPr>
                        <a:t>Upskilling &amp; Reskilling</a:t>
                      </a:r>
                      <a:endParaRPr lang="en-IN" sz="1600">
                        <a:latin typeface="Tahoma" panose="020B0604030504040204" pitchFamily="34" charset="0"/>
                        <a:ea typeface="Tahoma" panose="020B0604030504040204" pitchFamily="34" charset="0"/>
                        <a:cs typeface="Tahoma" panose="020B0604030504040204" pitchFamily="34" charset="0"/>
                      </a:endParaRPr>
                    </a:p>
                  </a:txBody>
                  <a:tcPr marL="80580" marR="80580" marT="40290" marB="4029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600">
                          <a:latin typeface="Tahoma" panose="020B0604030504040204" pitchFamily="34" charset="0"/>
                          <a:ea typeface="Tahoma" panose="020B0604030504040204" pitchFamily="34" charset="0"/>
                          <a:cs typeface="Tahoma" panose="020B0604030504040204" pitchFamily="34" charset="0"/>
                        </a:rPr>
                        <a:t>Deciding who to invest in, at what cost, and with what returns</a:t>
                      </a:r>
                    </a:p>
                  </a:txBody>
                  <a:tcPr marL="80580" marR="80580" marT="40290" marB="4029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34719494"/>
                  </a:ext>
                </a:extLst>
              </a:tr>
              <a:tr h="322321">
                <a:tc>
                  <a:txBody>
                    <a:bodyPr/>
                    <a:lstStyle/>
                    <a:p>
                      <a:pPr>
                        <a:buNone/>
                      </a:pPr>
                      <a:r>
                        <a:rPr lang="en-IN" sz="1600" b="1">
                          <a:latin typeface="Tahoma" panose="020B0604030504040204" pitchFamily="34" charset="0"/>
                          <a:ea typeface="Tahoma" panose="020B0604030504040204" pitchFamily="34" charset="0"/>
                          <a:cs typeface="Tahoma" panose="020B0604030504040204" pitchFamily="34" charset="0"/>
                        </a:rPr>
                        <a:t>Data-Driven HR &amp; Surveillance</a:t>
                      </a:r>
                      <a:endParaRPr lang="en-IN" sz="1600">
                        <a:latin typeface="Tahoma" panose="020B0604030504040204" pitchFamily="34" charset="0"/>
                        <a:ea typeface="Tahoma" panose="020B0604030504040204" pitchFamily="34" charset="0"/>
                        <a:cs typeface="Tahoma" panose="020B0604030504040204" pitchFamily="34" charset="0"/>
                      </a:endParaRPr>
                    </a:p>
                  </a:txBody>
                  <a:tcPr marL="80580" marR="80580" marT="40290" marB="4029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600">
                          <a:latin typeface="Tahoma" panose="020B0604030504040204" pitchFamily="34" charset="0"/>
                          <a:ea typeface="Tahoma" panose="020B0604030504040204" pitchFamily="34" charset="0"/>
                          <a:cs typeface="Tahoma" panose="020B0604030504040204" pitchFamily="34" charset="0"/>
                        </a:rPr>
                        <a:t>Balancing analytics with privacy, trust, and fairness</a:t>
                      </a:r>
                    </a:p>
                  </a:txBody>
                  <a:tcPr marL="80580" marR="80580" marT="40290" marB="4029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85868067"/>
                  </a:ext>
                </a:extLst>
              </a:tr>
              <a:tr h="322321">
                <a:tc>
                  <a:txBody>
                    <a:bodyPr/>
                    <a:lstStyle/>
                    <a:p>
                      <a:pPr>
                        <a:buNone/>
                      </a:pPr>
                      <a:r>
                        <a:rPr lang="en-IN" sz="1600" b="1">
                          <a:latin typeface="Tahoma" panose="020B0604030504040204" pitchFamily="34" charset="0"/>
                          <a:ea typeface="Tahoma" panose="020B0604030504040204" pitchFamily="34" charset="0"/>
                          <a:cs typeface="Tahoma" panose="020B0604030504040204" pitchFamily="34" charset="0"/>
                        </a:rPr>
                        <a:t>Retention &amp; Commitment</a:t>
                      </a:r>
                      <a:endParaRPr lang="en-IN" sz="1600">
                        <a:latin typeface="Tahoma" panose="020B0604030504040204" pitchFamily="34" charset="0"/>
                        <a:ea typeface="Tahoma" panose="020B0604030504040204" pitchFamily="34" charset="0"/>
                        <a:cs typeface="Tahoma" panose="020B0604030504040204" pitchFamily="34" charset="0"/>
                      </a:endParaRPr>
                    </a:p>
                  </a:txBody>
                  <a:tcPr marL="80580" marR="80580" marT="40290" marB="4029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600">
                          <a:latin typeface="Tahoma" panose="020B0604030504040204" pitchFamily="34" charset="0"/>
                          <a:ea typeface="Tahoma" panose="020B0604030504040204" pitchFamily="34" charset="0"/>
                          <a:cs typeface="Tahoma" panose="020B0604030504040204" pitchFamily="34" charset="0"/>
                        </a:rPr>
                        <a:t>Managing declining loyalty and increasing job-hopping</a:t>
                      </a:r>
                    </a:p>
                  </a:txBody>
                  <a:tcPr marL="80580" marR="80580" marT="40290" marB="4029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71239724"/>
                  </a:ext>
                </a:extLst>
              </a:tr>
              <a:tr h="564062">
                <a:tc>
                  <a:txBody>
                    <a:bodyPr/>
                    <a:lstStyle/>
                    <a:p>
                      <a:pPr>
                        <a:buNone/>
                      </a:pPr>
                      <a:r>
                        <a:rPr lang="en-IN" sz="1600" b="1">
                          <a:latin typeface="Tahoma" panose="020B0604030504040204" pitchFamily="34" charset="0"/>
                          <a:ea typeface="Tahoma" panose="020B0604030504040204" pitchFamily="34" charset="0"/>
                          <a:cs typeface="Tahoma" panose="020B0604030504040204" pitchFamily="34" charset="0"/>
                        </a:rPr>
                        <a:t>Diversity, Equity &amp; Inclusion</a:t>
                      </a:r>
                      <a:endParaRPr lang="en-IN" sz="1600">
                        <a:latin typeface="Tahoma" panose="020B0604030504040204" pitchFamily="34" charset="0"/>
                        <a:ea typeface="Tahoma" panose="020B0604030504040204" pitchFamily="34" charset="0"/>
                        <a:cs typeface="Tahoma" panose="020B0604030504040204" pitchFamily="34" charset="0"/>
                      </a:endParaRPr>
                    </a:p>
                  </a:txBody>
                  <a:tcPr marL="80580" marR="80580" marT="40290" marB="4029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600" dirty="0">
                          <a:latin typeface="Tahoma" panose="020B0604030504040204" pitchFamily="34" charset="0"/>
                          <a:ea typeface="Tahoma" panose="020B0604030504040204" pitchFamily="34" charset="0"/>
                          <a:cs typeface="Tahoma" panose="020B0604030504040204" pitchFamily="34" charset="0"/>
                        </a:rPr>
                        <a:t>Moving from symbolic initiatives to meaningful, measurable change</a:t>
                      </a:r>
                    </a:p>
                  </a:txBody>
                  <a:tcPr marL="80580" marR="80580" marT="40290" marB="4029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53917191"/>
                  </a:ext>
                </a:extLst>
              </a:tr>
            </a:tbl>
          </a:graphicData>
        </a:graphic>
      </p:graphicFrame>
      <p:cxnSp>
        <p:nvCxnSpPr>
          <p:cNvPr id="4" name="Straight Connector 3">
            <a:extLst>
              <a:ext uri="{FF2B5EF4-FFF2-40B4-BE49-F238E27FC236}">
                <a16:creationId xmlns:a16="http://schemas.microsoft.com/office/drawing/2014/main" id="{4C1A48F1-C264-B0DC-5D37-E27AD4B13FE8}"/>
              </a:ext>
            </a:extLst>
          </p:cNvPr>
          <p:cNvCxnSpPr/>
          <p:nvPr/>
        </p:nvCxnSpPr>
        <p:spPr>
          <a:xfrm>
            <a:off x="256032" y="1197864"/>
            <a:ext cx="11786616"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5" name="Title 1">
            <a:extLst>
              <a:ext uri="{FF2B5EF4-FFF2-40B4-BE49-F238E27FC236}">
                <a16:creationId xmlns:a16="http://schemas.microsoft.com/office/drawing/2014/main" id="{8C28B85A-2B48-9559-8AB3-38E73588FAA6}"/>
              </a:ext>
            </a:extLst>
          </p:cNvPr>
          <p:cNvSpPr>
            <a:spLocks noGrp="1"/>
          </p:cNvSpPr>
          <p:nvPr>
            <p:ph type="title"/>
          </p:nvPr>
        </p:nvSpPr>
        <p:spPr>
          <a:xfrm>
            <a:off x="838200" y="356552"/>
            <a:ext cx="10515600" cy="420688"/>
          </a:xfrm>
        </p:spPr>
        <p:txBody>
          <a:bodyPr>
            <a:noAutofit/>
          </a:bodyPr>
          <a:lstStyle/>
          <a:p>
            <a:r>
              <a:rPr lang="en-IN" sz="2800" dirty="0">
                <a:latin typeface="Tahoma" panose="020B0604030504040204" pitchFamily="34" charset="0"/>
                <a:ea typeface="Tahoma" panose="020B0604030504040204" pitchFamily="34" charset="0"/>
                <a:cs typeface="Tahoma" panose="020B0604030504040204" pitchFamily="34" charset="0"/>
              </a:rPr>
              <a:t>Key Challenges for HRM</a:t>
            </a:r>
          </a:p>
        </p:txBody>
      </p:sp>
      <p:sp>
        <p:nvSpPr>
          <p:cNvPr id="2" name="Slide Number Placeholder 1">
            <a:extLst>
              <a:ext uri="{FF2B5EF4-FFF2-40B4-BE49-F238E27FC236}">
                <a16:creationId xmlns:a16="http://schemas.microsoft.com/office/drawing/2014/main" id="{6A4B04B9-1208-012D-ACAD-124F771A775B}"/>
              </a:ext>
            </a:extLst>
          </p:cNvPr>
          <p:cNvSpPr>
            <a:spLocks noGrp="1"/>
          </p:cNvSpPr>
          <p:nvPr>
            <p:ph type="sldNum" sz="quarter" idx="12"/>
          </p:nvPr>
        </p:nvSpPr>
        <p:spPr/>
        <p:txBody>
          <a:bodyPr/>
          <a:lstStyle/>
          <a:p>
            <a:fld id="{AADF62B3-C5AA-40A0-A9F3-B28CB0ADD062}" type="slidenum">
              <a:rPr lang="en-IN" smtClean="0"/>
              <a:t>10</a:t>
            </a:fld>
            <a:endParaRPr lang="en-IN"/>
          </a:p>
        </p:txBody>
      </p:sp>
    </p:spTree>
    <p:extLst>
      <p:ext uri="{BB962C8B-B14F-4D97-AF65-F5344CB8AC3E}">
        <p14:creationId xmlns:p14="http://schemas.microsoft.com/office/powerpoint/2010/main" val="2801490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AFD97C-EFC6-2265-D71D-7728A3AAD51B}"/>
            </a:ext>
          </a:extLst>
        </p:cNvPr>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1F0E4F08-70A7-5230-3AFA-01DF4C5BDBAA}"/>
              </a:ext>
            </a:extLst>
          </p:cNvPr>
          <p:cNvCxnSpPr/>
          <p:nvPr/>
        </p:nvCxnSpPr>
        <p:spPr>
          <a:xfrm>
            <a:off x="256032" y="1197864"/>
            <a:ext cx="11786616"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5" name="Title 1">
            <a:extLst>
              <a:ext uri="{FF2B5EF4-FFF2-40B4-BE49-F238E27FC236}">
                <a16:creationId xmlns:a16="http://schemas.microsoft.com/office/drawing/2014/main" id="{A901122E-2A64-0419-59DE-F74A00570974}"/>
              </a:ext>
            </a:extLst>
          </p:cNvPr>
          <p:cNvSpPr>
            <a:spLocks noGrp="1"/>
          </p:cNvSpPr>
          <p:nvPr>
            <p:ph type="title"/>
          </p:nvPr>
        </p:nvSpPr>
        <p:spPr>
          <a:xfrm>
            <a:off x="838200" y="356552"/>
            <a:ext cx="10515600" cy="420688"/>
          </a:xfrm>
        </p:spPr>
        <p:txBody>
          <a:bodyPr>
            <a:noAutofit/>
          </a:bodyPr>
          <a:lstStyle/>
          <a:p>
            <a:r>
              <a:rPr lang="en-US" sz="2800" dirty="0">
                <a:latin typeface="Tahoma" panose="020B0604030504040204" pitchFamily="34" charset="0"/>
                <a:ea typeface="Tahoma" panose="020B0604030504040204" pitchFamily="34" charset="0"/>
                <a:cs typeface="Tahoma" panose="020B0604030504040204" pitchFamily="34" charset="0"/>
              </a:rPr>
              <a:t>Reflect </a:t>
            </a:r>
            <a:endParaRPr lang="en-IN" sz="2800" dirty="0">
              <a:latin typeface="Tahoma" panose="020B0604030504040204" pitchFamily="34" charset="0"/>
              <a:ea typeface="Tahoma" panose="020B0604030504040204" pitchFamily="34" charset="0"/>
              <a:cs typeface="Tahoma" panose="020B0604030504040204" pitchFamily="34" charset="0"/>
            </a:endParaRPr>
          </a:p>
        </p:txBody>
      </p:sp>
      <p:sp>
        <p:nvSpPr>
          <p:cNvPr id="2" name="Slide Number Placeholder 1">
            <a:extLst>
              <a:ext uri="{FF2B5EF4-FFF2-40B4-BE49-F238E27FC236}">
                <a16:creationId xmlns:a16="http://schemas.microsoft.com/office/drawing/2014/main" id="{4CB7E70B-834C-33FE-870D-7B8F22943562}"/>
              </a:ext>
            </a:extLst>
          </p:cNvPr>
          <p:cNvSpPr>
            <a:spLocks noGrp="1"/>
          </p:cNvSpPr>
          <p:nvPr>
            <p:ph type="sldNum" sz="quarter" idx="12"/>
          </p:nvPr>
        </p:nvSpPr>
        <p:spPr/>
        <p:txBody>
          <a:bodyPr/>
          <a:lstStyle/>
          <a:p>
            <a:fld id="{AADF62B3-C5AA-40A0-A9F3-B28CB0ADD062}" type="slidenum">
              <a:rPr lang="en-IN" smtClean="0"/>
              <a:t>11</a:t>
            </a:fld>
            <a:endParaRPr lang="en-IN"/>
          </a:p>
        </p:txBody>
      </p:sp>
      <p:sp>
        <p:nvSpPr>
          <p:cNvPr id="7" name="Content Placeholder 6">
            <a:extLst>
              <a:ext uri="{FF2B5EF4-FFF2-40B4-BE49-F238E27FC236}">
                <a16:creationId xmlns:a16="http://schemas.microsoft.com/office/drawing/2014/main" id="{31B43203-664C-6DCA-5B1B-7F051208BED3}"/>
              </a:ext>
            </a:extLst>
          </p:cNvPr>
          <p:cNvSpPr>
            <a:spLocks noGrp="1"/>
          </p:cNvSpPr>
          <p:nvPr>
            <p:ph idx="1"/>
          </p:nvPr>
        </p:nvSpPr>
        <p:spPr>
          <a:xfrm>
            <a:off x="838200" y="1825626"/>
            <a:ext cx="10515600" cy="699090"/>
          </a:xfrm>
        </p:spPr>
        <p:txBody>
          <a:bodyPr>
            <a:normAutofit/>
          </a:bodyPr>
          <a:lstStyle/>
          <a:p>
            <a:pPr marL="0" indent="0">
              <a:buNone/>
            </a:pPr>
            <a:r>
              <a:rPr lang="en-US" sz="1600" dirty="0">
                <a:latin typeface="Tahoma" panose="020B0604030504040204" pitchFamily="34" charset="0"/>
                <a:ea typeface="Tahoma" panose="020B0604030504040204" pitchFamily="34" charset="0"/>
                <a:cs typeface="Tahoma" panose="020B0604030504040204" pitchFamily="34" charset="0"/>
              </a:rPr>
              <a:t>If HR designs the system, but managers implement it, who really manages people?</a:t>
            </a:r>
            <a:endParaRPr lang="en-IN" sz="1600" dirty="0">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12842488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955E0A-360B-C65A-BC99-C72B02F98C8F}"/>
            </a:ext>
          </a:extLst>
        </p:cNvPr>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81C3AE57-FB81-B045-004B-C21B2B3D8BDF}"/>
              </a:ext>
            </a:extLst>
          </p:cNvPr>
          <p:cNvCxnSpPr/>
          <p:nvPr/>
        </p:nvCxnSpPr>
        <p:spPr>
          <a:xfrm>
            <a:off x="256032" y="1197864"/>
            <a:ext cx="11786616"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5" name="Title 1">
            <a:extLst>
              <a:ext uri="{FF2B5EF4-FFF2-40B4-BE49-F238E27FC236}">
                <a16:creationId xmlns:a16="http://schemas.microsoft.com/office/drawing/2014/main" id="{D86BC0A4-09AA-72A4-F2CE-E8D6B720E7E9}"/>
              </a:ext>
            </a:extLst>
          </p:cNvPr>
          <p:cNvSpPr>
            <a:spLocks noGrp="1"/>
          </p:cNvSpPr>
          <p:nvPr>
            <p:ph type="title"/>
          </p:nvPr>
        </p:nvSpPr>
        <p:spPr>
          <a:xfrm>
            <a:off x="838200" y="356552"/>
            <a:ext cx="10515600" cy="420688"/>
          </a:xfrm>
        </p:spPr>
        <p:txBody>
          <a:bodyPr>
            <a:noAutofit/>
          </a:bodyPr>
          <a:lstStyle/>
          <a:p>
            <a:r>
              <a:rPr lang="en-US" sz="2800" dirty="0">
                <a:latin typeface="Tahoma" panose="020B0604030504040204" pitchFamily="34" charset="0"/>
                <a:ea typeface="Tahoma" panose="020B0604030504040204" pitchFamily="34" charset="0"/>
                <a:cs typeface="Tahoma" panose="020B0604030504040204" pitchFamily="34" charset="0"/>
              </a:rPr>
              <a:t>Why HRM Is Important to All Managers?</a:t>
            </a:r>
            <a:endParaRPr lang="en-IN" sz="2800" dirty="0">
              <a:latin typeface="Tahoma" panose="020B0604030504040204" pitchFamily="34" charset="0"/>
              <a:ea typeface="Tahoma" panose="020B0604030504040204" pitchFamily="34" charset="0"/>
              <a:cs typeface="Tahoma" panose="020B0604030504040204" pitchFamily="34" charset="0"/>
            </a:endParaRPr>
          </a:p>
        </p:txBody>
      </p:sp>
      <p:sp>
        <p:nvSpPr>
          <p:cNvPr id="2" name="Slide Number Placeholder 1">
            <a:extLst>
              <a:ext uri="{FF2B5EF4-FFF2-40B4-BE49-F238E27FC236}">
                <a16:creationId xmlns:a16="http://schemas.microsoft.com/office/drawing/2014/main" id="{158F8E14-4FDA-3049-4E00-8CC3E798CEAE}"/>
              </a:ext>
            </a:extLst>
          </p:cNvPr>
          <p:cNvSpPr>
            <a:spLocks noGrp="1"/>
          </p:cNvSpPr>
          <p:nvPr>
            <p:ph type="sldNum" sz="quarter" idx="12"/>
          </p:nvPr>
        </p:nvSpPr>
        <p:spPr/>
        <p:txBody>
          <a:bodyPr/>
          <a:lstStyle/>
          <a:p>
            <a:fld id="{AADF62B3-C5AA-40A0-A9F3-B28CB0ADD062}" type="slidenum">
              <a:rPr lang="en-IN" smtClean="0"/>
              <a:t>12</a:t>
            </a:fld>
            <a:endParaRPr lang="en-IN"/>
          </a:p>
        </p:txBody>
      </p:sp>
      <p:sp>
        <p:nvSpPr>
          <p:cNvPr id="8" name="Rectangle 1">
            <a:extLst>
              <a:ext uri="{FF2B5EF4-FFF2-40B4-BE49-F238E27FC236}">
                <a16:creationId xmlns:a16="http://schemas.microsoft.com/office/drawing/2014/main" id="{F2EE74A4-0759-C840-97E8-197D5A46D39A}"/>
              </a:ext>
            </a:extLst>
          </p:cNvPr>
          <p:cNvSpPr>
            <a:spLocks noGrp="1" noChangeArrowheads="1"/>
          </p:cNvSpPr>
          <p:nvPr>
            <p:ph idx="1"/>
          </p:nvPr>
        </p:nvSpPr>
        <p:spPr bwMode="auto">
          <a:xfrm>
            <a:off x="1048592" y="1633971"/>
            <a:ext cx="10268824" cy="4443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200000"/>
              </a:lnSpc>
              <a:spcBef>
                <a:spcPct val="0"/>
              </a:spcBef>
              <a:spcAft>
                <a:spcPct val="0"/>
              </a:spcAft>
              <a:buClrTx/>
              <a:buSzTx/>
              <a:buNone/>
              <a:tabLst/>
            </a:pPr>
            <a:r>
              <a:rPr kumimoji="0" lang="en-US" altLang="en-US" sz="1600" b="1"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Managers get results through people</a:t>
            </a:r>
            <a:br>
              <a:rPr kumimoji="0" lang="en-US" altLang="en-US" sz="16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br>
            <a:r>
              <a:rPr kumimoji="0" lang="en-US" altLang="en-US" sz="16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Organizational goals are achieved through employees’ effort, motivation, and performance</a:t>
            </a:r>
            <a:r>
              <a:rPr lang="en-US" altLang="en-US" sz="1600" dirty="0">
                <a:latin typeface="Tahoma" panose="020B0604030504040204" pitchFamily="34" charset="0"/>
                <a:ea typeface="Tahoma" panose="020B0604030504040204" pitchFamily="34" charset="0"/>
                <a:cs typeface="Tahoma" panose="020B0604030504040204" pitchFamily="34" charset="0"/>
              </a:rPr>
              <a:t>, </a:t>
            </a:r>
            <a:r>
              <a:rPr kumimoji="0" lang="en-US" altLang="en-US" sz="16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not by managers alone.</a:t>
            </a:r>
          </a:p>
          <a:p>
            <a:pPr marL="0" marR="0" lvl="0" indent="0" algn="l" defTabSz="914400" rtl="0" eaLnBrk="0" fontAlgn="base" latinLnBrk="0" hangingPunct="0">
              <a:lnSpc>
                <a:spcPct val="200000"/>
              </a:lnSpc>
              <a:spcBef>
                <a:spcPct val="0"/>
              </a:spcBef>
              <a:spcAft>
                <a:spcPct val="0"/>
              </a:spcAft>
              <a:buClrTx/>
              <a:buSzTx/>
              <a:buNone/>
              <a:tabLst/>
            </a:pPr>
            <a:r>
              <a:rPr kumimoji="0" lang="en-US" altLang="en-US" sz="1600" b="1"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HR systems work through managers</a:t>
            </a:r>
            <a:br>
              <a:rPr kumimoji="0" lang="en-US" altLang="en-US" sz="16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br>
            <a:r>
              <a:rPr kumimoji="0" lang="en-US" altLang="en-US" sz="16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Recruitment, appraisal, rewards, and feedback systems are designed by HR but enacted by managers in daily practice.</a:t>
            </a:r>
          </a:p>
          <a:p>
            <a:pPr marL="0" marR="0" lvl="0" indent="0" algn="l" defTabSz="914400" rtl="0" eaLnBrk="0" fontAlgn="base" latinLnBrk="0" hangingPunct="0">
              <a:lnSpc>
                <a:spcPct val="200000"/>
              </a:lnSpc>
              <a:spcBef>
                <a:spcPct val="0"/>
              </a:spcBef>
              <a:spcAft>
                <a:spcPct val="0"/>
              </a:spcAft>
              <a:buClrTx/>
              <a:buSzTx/>
              <a:buNone/>
              <a:tabLst/>
            </a:pPr>
            <a:r>
              <a:rPr kumimoji="0" lang="en-US" altLang="en-US" sz="1600" b="1"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In many contexts, managers are HR</a:t>
            </a:r>
            <a:br>
              <a:rPr kumimoji="0" lang="en-US" altLang="en-US" sz="16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br>
            <a:r>
              <a:rPr kumimoji="0" lang="en-US" altLang="en-US" sz="16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Especially in small firms, startups, and line functions, managers directly handle hiring, performance, conflict, and exits.</a:t>
            </a:r>
          </a:p>
        </p:txBody>
      </p:sp>
    </p:spTree>
    <p:extLst>
      <p:ext uri="{BB962C8B-B14F-4D97-AF65-F5344CB8AC3E}">
        <p14:creationId xmlns:p14="http://schemas.microsoft.com/office/powerpoint/2010/main" val="8939337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AF0B1D-F303-BA65-8749-E153A209577C}"/>
            </a:ext>
          </a:extLst>
        </p:cNvPr>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CEEFF86E-1020-BC91-615B-2C1F795D2A6E}"/>
              </a:ext>
            </a:extLst>
          </p:cNvPr>
          <p:cNvCxnSpPr/>
          <p:nvPr/>
        </p:nvCxnSpPr>
        <p:spPr>
          <a:xfrm>
            <a:off x="256032" y="1197864"/>
            <a:ext cx="11786616"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5" name="Title 1">
            <a:extLst>
              <a:ext uri="{FF2B5EF4-FFF2-40B4-BE49-F238E27FC236}">
                <a16:creationId xmlns:a16="http://schemas.microsoft.com/office/drawing/2014/main" id="{D41D41B6-9D6F-B3C9-41CE-F9855E704C9A}"/>
              </a:ext>
            </a:extLst>
          </p:cNvPr>
          <p:cNvSpPr>
            <a:spLocks noGrp="1"/>
          </p:cNvSpPr>
          <p:nvPr>
            <p:ph type="title"/>
          </p:nvPr>
        </p:nvSpPr>
        <p:spPr>
          <a:xfrm>
            <a:off x="838200" y="356552"/>
            <a:ext cx="10515600" cy="420688"/>
          </a:xfrm>
        </p:spPr>
        <p:txBody>
          <a:bodyPr>
            <a:noAutofit/>
          </a:bodyPr>
          <a:lstStyle/>
          <a:p>
            <a:r>
              <a:rPr lang="en-US" sz="2800" dirty="0">
                <a:latin typeface="Tahoma" panose="020B0604030504040204" pitchFamily="34" charset="0"/>
                <a:ea typeface="Tahoma" panose="020B0604030504040204" pitchFamily="34" charset="0"/>
                <a:cs typeface="Tahoma" panose="020B0604030504040204" pitchFamily="34" charset="0"/>
              </a:rPr>
              <a:t>HR as a Profit Center </a:t>
            </a:r>
            <a:endParaRPr lang="en-IN" sz="2800" dirty="0">
              <a:latin typeface="Tahoma" panose="020B0604030504040204" pitchFamily="34" charset="0"/>
              <a:ea typeface="Tahoma" panose="020B0604030504040204" pitchFamily="34" charset="0"/>
              <a:cs typeface="Tahoma" panose="020B0604030504040204" pitchFamily="34" charset="0"/>
            </a:endParaRPr>
          </a:p>
        </p:txBody>
      </p:sp>
      <p:sp>
        <p:nvSpPr>
          <p:cNvPr id="2" name="Slide Number Placeholder 1">
            <a:extLst>
              <a:ext uri="{FF2B5EF4-FFF2-40B4-BE49-F238E27FC236}">
                <a16:creationId xmlns:a16="http://schemas.microsoft.com/office/drawing/2014/main" id="{1EF45AE3-4BEC-6410-F418-ABBF23746570}"/>
              </a:ext>
            </a:extLst>
          </p:cNvPr>
          <p:cNvSpPr>
            <a:spLocks noGrp="1"/>
          </p:cNvSpPr>
          <p:nvPr>
            <p:ph type="sldNum" sz="quarter" idx="12"/>
          </p:nvPr>
        </p:nvSpPr>
        <p:spPr/>
        <p:txBody>
          <a:bodyPr/>
          <a:lstStyle/>
          <a:p>
            <a:fld id="{AADF62B3-C5AA-40A0-A9F3-B28CB0ADD062}" type="slidenum">
              <a:rPr lang="en-IN" smtClean="0"/>
              <a:t>13</a:t>
            </a:fld>
            <a:endParaRPr lang="en-IN"/>
          </a:p>
        </p:txBody>
      </p:sp>
      <p:sp>
        <p:nvSpPr>
          <p:cNvPr id="7" name="Content Placeholder 6">
            <a:extLst>
              <a:ext uri="{FF2B5EF4-FFF2-40B4-BE49-F238E27FC236}">
                <a16:creationId xmlns:a16="http://schemas.microsoft.com/office/drawing/2014/main" id="{6E474D5D-BA00-2065-D0B7-F880CB6D999D}"/>
              </a:ext>
            </a:extLst>
          </p:cNvPr>
          <p:cNvSpPr>
            <a:spLocks noGrp="1"/>
          </p:cNvSpPr>
          <p:nvPr>
            <p:ph idx="1"/>
          </p:nvPr>
        </p:nvSpPr>
        <p:spPr>
          <a:xfrm>
            <a:off x="838200" y="1408021"/>
            <a:ext cx="10515600" cy="4062196"/>
          </a:xfrm>
        </p:spPr>
        <p:txBody>
          <a:bodyPr>
            <a:noAutofit/>
          </a:bodyPr>
          <a:lstStyle/>
          <a:p>
            <a:pPr marL="0" indent="0">
              <a:buNone/>
            </a:pPr>
            <a:r>
              <a:rPr lang="en-US" sz="1600" dirty="0">
                <a:latin typeface="Tahoma" panose="020B0604030504040204" pitchFamily="34" charset="0"/>
                <a:ea typeface="Tahoma" panose="020B0604030504040204" pitchFamily="34" charset="0"/>
                <a:cs typeface="Tahoma" panose="020B0604030504040204" pitchFamily="34" charset="0"/>
              </a:rPr>
              <a:t>A mid-sized services firm was facing declining margins despite steady revenue growth. Senior management initially blamed market competition and rising costs. Instead of cutting headcount, the HR team analyzed project data and employee skill utilization.</a:t>
            </a:r>
          </a:p>
          <a:p>
            <a:pPr marL="0" indent="0">
              <a:buNone/>
            </a:pPr>
            <a:r>
              <a:rPr lang="en-US" sz="1600" dirty="0">
                <a:latin typeface="Tahoma" panose="020B0604030504040204" pitchFamily="34" charset="0"/>
                <a:ea typeface="Tahoma" panose="020B0604030504040204" pitchFamily="34" charset="0"/>
                <a:cs typeface="Tahoma" panose="020B0604030504040204" pitchFamily="34" charset="0"/>
              </a:rPr>
              <a:t>They discovered that a significant portion of project delays and cost overruns were due to poor skill matching and high early attrition among new hires. HR redesigned the recruitment process, introduced structured onboarding, and partnered with line managers to create targeted reskilling programs.</a:t>
            </a:r>
          </a:p>
          <a:p>
            <a:pPr marL="0" indent="0">
              <a:buNone/>
            </a:pPr>
            <a:r>
              <a:rPr lang="en-US" sz="1600" dirty="0">
                <a:latin typeface="Tahoma" panose="020B0604030504040204" pitchFamily="34" charset="0"/>
                <a:ea typeface="Tahoma" panose="020B0604030504040204" pitchFamily="34" charset="0"/>
                <a:cs typeface="Tahoma" panose="020B0604030504040204" pitchFamily="34" charset="0"/>
              </a:rPr>
              <a:t>Within a year:</a:t>
            </a:r>
          </a:p>
          <a:p>
            <a:r>
              <a:rPr lang="en-US" sz="1600" dirty="0">
                <a:latin typeface="Tahoma" panose="020B0604030504040204" pitchFamily="34" charset="0"/>
                <a:ea typeface="Tahoma" panose="020B0604030504040204" pitchFamily="34" charset="0"/>
                <a:cs typeface="Tahoma" panose="020B0604030504040204" pitchFamily="34" charset="0"/>
              </a:rPr>
              <a:t>project turnaround time improved,</a:t>
            </a:r>
          </a:p>
          <a:p>
            <a:r>
              <a:rPr lang="en-US" sz="1600" dirty="0">
                <a:latin typeface="Tahoma" panose="020B0604030504040204" pitchFamily="34" charset="0"/>
                <a:ea typeface="Tahoma" panose="020B0604030504040204" pitchFamily="34" charset="0"/>
                <a:cs typeface="Tahoma" panose="020B0604030504040204" pitchFamily="34" charset="0"/>
              </a:rPr>
              <a:t>attrition in the first year dropped significantly,</a:t>
            </a:r>
          </a:p>
          <a:p>
            <a:r>
              <a:rPr lang="en-US" sz="1600" dirty="0">
                <a:latin typeface="Tahoma" panose="020B0604030504040204" pitchFamily="34" charset="0"/>
                <a:ea typeface="Tahoma" panose="020B0604030504040204" pitchFamily="34" charset="0"/>
                <a:cs typeface="Tahoma" panose="020B0604030504040204" pitchFamily="34" charset="0"/>
              </a:rPr>
              <a:t>client satisfaction increased, and</a:t>
            </a:r>
          </a:p>
          <a:p>
            <a:r>
              <a:rPr lang="en-US" sz="1600" dirty="0">
                <a:latin typeface="Tahoma" panose="020B0604030504040204" pitchFamily="34" charset="0"/>
                <a:ea typeface="Tahoma" panose="020B0604030504040204" pitchFamily="34" charset="0"/>
                <a:cs typeface="Tahoma" panose="020B0604030504040204" pitchFamily="34" charset="0"/>
              </a:rPr>
              <a:t>the firm reduced its reliance on expensive external consultants.</a:t>
            </a:r>
          </a:p>
          <a:p>
            <a:pPr marL="0" indent="0">
              <a:buNone/>
            </a:pPr>
            <a:r>
              <a:rPr lang="en-US" sz="1600" dirty="0">
                <a:latin typeface="Tahoma" panose="020B0604030504040204" pitchFamily="34" charset="0"/>
                <a:ea typeface="Tahoma" panose="020B0604030504040204" pitchFamily="34" charset="0"/>
                <a:cs typeface="Tahoma" panose="020B0604030504040204" pitchFamily="34" charset="0"/>
              </a:rPr>
              <a:t>The CFO later noted that the improvement in margins came not from cost cutting, but from better people decisions.</a:t>
            </a:r>
          </a:p>
          <a:p>
            <a:endParaRPr lang="en-IN" sz="1600" dirty="0">
              <a:latin typeface="Tahoma" panose="020B0604030504040204" pitchFamily="34" charset="0"/>
              <a:ea typeface="Tahoma" panose="020B0604030504040204" pitchFamily="34" charset="0"/>
              <a:cs typeface="Tahoma" panose="020B0604030504040204" pitchFamily="34" charset="0"/>
            </a:endParaRPr>
          </a:p>
        </p:txBody>
      </p:sp>
      <p:sp>
        <p:nvSpPr>
          <p:cNvPr id="3" name="TextBox 2">
            <a:extLst>
              <a:ext uri="{FF2B5EF4-FFF2-40B4-BE49-F238E27FC236}">
                <a16:creationId xmlns:a16="http://schemas.microsoft.com/office/drawing/2014/main" id="{45EE4EEC-A0BE-6E1A-AE8E-6234231208C4}"/>
              </a:ext>
            </a:extLst>
          </p:cNvPr>
          <p:cNvSpPr txBox="1"/>
          <p:nvPr/>
        </p:nvSpPr>
        <p:spPr>
          <a:xfrm>
            <a:off x="1594131" y="5607788"/>
            <a:ext cx="9152091" cy="646331"/>
          </a:xfrm>
          <a:prstGeom prst="rect">
            <a:avLst/>
          </a:prstGeom>
          <a:noFill/>
        </p:spPr>
        <p:txBody>
          <a:bodyPr wrap="square" rtlCol="0">
            <a:spAutoFit/>
          </a:bodyPr>
          <a:lstStyle/>
          <a:p>
            <a:pPr algn="ctr"/>
            <a:r>
              <a:rPr lang="en-US" dirty="0">
                <a:solidFill>
                  <a:srgbClr val="FF0000"/>
                </a:solidFill>
                <a:latin typeface="Tahoma" panose="020B0604030504040204" pitchFamily="34" charset="0"/>
                <a:ea typeface="Tahoma" panose="020B0604030504040204" pitchFamily="34" charset="0"/>
                <a:cs typeface="Tahoma" panose="020B0604030504040204" pitchFamily="34" charset="0"/>
              </a:rPr>
              <a:t>If HR decisions directly improve margins and reduce losses, should HR still be seen only as a cost center</a:t>
            </a:r>
            <a:endParaRPr lang="en-IN"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42738010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B3800C-7FCA-B58F-02DA-40AC2AA853A8}"/>
            </a:ext>
          </a:extLst>
        </p:cNvPr>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495956F0-238F-9688-B735-F6499C2D0CDE}"/>
              </a:ext>
            </a:extLst>
          </p:cNvPr>
          <p:cNvCxnSpPr/>
          <p:nvPr/>
        </p:nvCxnSpPr>
        <p:spPr>
          <a:xfrm>
            <a:off x="256032" y="1197864"/>
            <a:ext cx="11786616"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5" name="Title 1">
            <a:extLst>
              <a:ext uri="{FF2B5EF4-FFF2-40B4-BE49-F238E27FC236}">
                <a16:creationId xmlns:a16="http://schemas.microsoft.com/office/drawing/2014/main" id="{7A9F961C-97D0-7B31-D7E8-505A820BF7AD}"/>
              </a:ext>
            </a:extLst>
          </p:cNvPr>
          <p:cNvSpPr>
            <a:spLocks noGrp="1"/>
          </p:cNvSpPr>
          <p:nvPr>
            <p:ph type="title"/>
          </p:nvPr>
        </p:nvSpPr>
        <p:spPr>
          <a:xfrm>
            <a:off x="838200" y="356552"/>
            <a:ext cx="10515600" cy="420688"/>
          </a:xfrm>
        </p:spPr>
        <p:txBody>
          <a:bodyPr>
            <a:noAutofit/>
          </a:bodyPr>
          <a:lstStyle/>
          <a:p>
            <a:r>
              <a:rPr lang="en-US" sz="2800" dirty="0">
                <a:latin typeface="Tahoma" panose="020B0604030504040204" pitchFamily="34" charset="0"/>
                <a:ea typeface="Tahoma" panose="020B0604030504040204" pitchFamily="34" charset="0"/>
                <a:cs typeface="Tahoma" panose="020B0604030504040204" pitchFamily="34" charset="0"/>
              </a:rPr>
              <a:t>Strategic</a:t>
            </a:r>
            <a:r>
              <a:rPr lang="en-IN" sz="2800" dirty="0">
                <a:latin typeface="Tahoma" panose="020B0604030504040204" pitchFamily="34" charset="0"/>
                <a:ea typeface="Tahoma" panose="020B0604030504040204" pitchFamily="34" charset="0"/>
                <a:cs typeface="Tahoma" panose="020B0604030504040204" pitchFamily="34" charset="0"/>
              </a:rPr>
              <a:t> HRM</a:t>
            </a:r>
          </a:p>
        </p:txBody>
      </p:sp>
      <p:sp>
        <p:nvSpPr>
          <p:cNvPr id="2" name="Slide Number Placeholder 1">
            <a:extLst>
              <a:ext uri="{FF2B5EF4-FFF2-40B4-BE49-F238E27FC236}">
                <a16:creationId xmlns:a16="http://schemas.microsoft.com/office/drawing/2014/main" id="{6B22D0DB-0F7E-E033-1AC7-CF1973070668}"/>
              </a:ext>
            </a:extLst>
          </p:cNvPr>
          <p:cNvSpPr>
            <a:spLocks noGrp="1"/>
          </p:cNvSpPr>
          <p:nvPr>
            <p:ph type="sldNum" sz="quarter" idx="12"/>
          </p:nvPr>
        </p:nvSpPr>
        <p:spPr/>
        <p:txBody>
          <a:bodyPr/>
          <a:lstStyle/>
          <a:p>
            <a:fld id="{AADF62B3-C5AA-40A0-A9F3-B28CB0ADD062}" type="slidenum">
              <a:rPr lang="en-IN" smtClean="0"/>
              <a:t>14</a:t>
            </a:fld>
            <a:endParaRPr lang="en-IN"/>
          </a:p>
        </p:txBody>
      </p:sp>
      <p:sp>
        <p:nvSpPr>
          <p:cNvPr id="7" name="Content Placeholder 6">
            <a:extLst>
              <a:ext uri="{FF2B5EF4-FFF2-40B4-BE49-F238E27FC236}">
                <a16:creationId xmlns:a16="http://schemas.microsoft.com/office/drawing/2014/main" id="{8DAC31C3-6A6F-7722-CE98-61FC1242E6DD}"/>
              </a:ext>
            </a:extLst>
          </p:cNvPr>
          <p:cNvSpPr>
            <a:spLocks noGrp="1"/>
          </p:cNvSpPr>
          <p:nvPr>
            <p:ph idx="1"/>
          </p:nvPr>
        </p:nvSpPr>
        <p:spPr>
          <a:xfrm>
            <a:off x="279852" y="3176990"/>
            <a:ext cx="5416942" cy="569622"/>
          </a:xfrm>
        </p:spPr>
        <p:txBody>
          <a:bodyPr>
            <a:normAutofit/>
          </a:bodyPr>
          <a:lstStyle/>
          <a:p>
            <a:pPr marL="0" indent="0">
              <a:buNone/>
            </a:pPr>
            <a:r>
              <a:rPr lang="en-IN" sz="1400" dirty="0">
                <a:latin typeface="Tahoma" panose="020B0604030504040204" pitchFamily="34" charset="0"/>
                <a:ea typeface="Tahoma" panose="020B0604030504040204" pitchFamily="34" charset="0"/>
                <a:cs typeface="Tahoma" panose="020B0604030504040204" pitchFamily="34" charset="0"/>
              </a:rPr>
              <a:t>Strategy → Processes → Capabilities → HR Practices → Results</a:t>
            </a:r>
          </a:p>
        </p:txBody>
      </p:sp>
      <p:pic>
        <p:nvPicPr>
          <p:cNvPr id="8" name="Picture 7">
            <a:extLst>
              <a:ext uri="{FF2B5EF4-FFF2-40B4-BE49-F238E27FC236}">
                <a16:creationId xmlns:a16="http://schemas.microsoft.com/office/drawing/2014/main" id="{9D86A3D5-ABDE-4482-B649-205BC17C384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54746" y="1558753"/>
            <a:ext cx="6319166" cy="5028153"/>
          </a:xfrm>
          <a:prstGeom prst="rect">
            <a:avLst/>
          </a:prstGeom>
          <a:ln>
            <a:noFill/>
          </a:ln>
          <a:effectLst>
            <a:softEdge rad="112500"/>
          </a:effectLst>
        </p:spPr>
      </p:pic>
    </p:spTree>
    <p:extLst>
      <p:ext uri="{BB962C8B-B14F-4D97-AF65-F5344CB8AC3E}">
        <p14:creationId xmlns:p14="http://schemas.microsoft.com/office/powerpoint/2010/main" val="39258455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35F6D7-7869-B7E4-4A35-AEA93F30D199}"/>
            </a:ext>
          </a:extLst>
        </p:cNvPr>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0FA55AD0-3949-CC2C-FD81-00951CA0946D}"/>
              </a:ext>
            </a:extLst>
          </p:cNvPr>
          <p:cNvCxnSpPr/>
          <p:nvPr/>
        </p:nvCxnSpPr>
        <p:spPr>
          <a:xfrm>
            <a:off x="256032" y="1197864"/>
            <a:ext cx="11786616"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5" name="Title 1">
            <a:extLst>
              <a:ext uri="{FF2B5EF4-FFF2-40B4-BE49-F238E27FC236}">
                <a16:creationId xmlns:a16="http://schemas.microsoft.com/office/drawing/2014/main" id="{2CDC3D2C-A755-8038-7665-F46FFA45AD71}"/>
              </a:ext>
            </a:extLst>
          </p:cNvPr>
          <p:cNvSpPr>
            <a:spLocks noGrp="1"/>
          </p:cNvSpPr>
          <p:nvPr>
            <p:ph type="title"/>
          </p:nvPr>
        </p:nvSpPr>
        <p:spPr>
          <a:xfrm>
            <a:off x="838200" y="356552"/>
            <a:ext cx="10515600" cy="420688"/>
          </a:xfrm>
        </p:spPr>
        <p:txBody>
          <a:bodyPr>
            <a:noAutofit/>
          </a:bodyPr>
          <a:lstStyle/>
          <a:p>
            <a:r>
              <a:rPr lang="en-US" sz="2800" dirty="0">
                <a:latin typeface="Tahoma" panose="020B0604030504040204" pitchFamily="34" charset="0"/>
                <a:ea typeface="Tahoma" panose="020B0604030504040204" pitchFamily="34" charset="0"/>
                <a:cs typeface="Tahoma" panose="020B0604030504040204" pitchFamily="34" charset="0"/>
              </a:rPr>
              <a:t>Factors affecting HRM </a:t>
            </a:r>
            <a:endParaRPr lang="en-IN" sz="2800" dirty="0">
              <a:latin typeface="Tahoma" panose="020B0604030504040204" pitchFamily="34" charset="0"/>
              <a:ea typeface="Tahoma" panose="020B0604030504040204" pitchFamily="34" charset="0"/>
              <a:cs typeface="Tahoma" panose="020B0604030504040204" pitchFamily="34" charset="0"/>
            </a:endParaRPr>
          </a:p>
        </p:txBody>
      </p:sp>
      <p:sp>
        <p:nvSpPr>
          <p:cNvPr id="2" name="Slide Number Placeholder 1">
            <a:extLst>
              <a:ext uri="{FF2B5EF4-FFF2-40B4-BE49-F238E27FC236}">
                <a16:creationId xmlns:a16="http://schemas.microsoft.com/office/drawing/2014/main" id="{B76F5430-660D-1C0D-4977-1DE31F91213F}"/>
              </a:ext>
            </a:extLst>
          </p:cNvPr>
          <p:cNvSpPr>
            <a:spLocks noGrp="1"/>
          </p:cNvSpPr>
          <p:nvPr>
            <p:ph type="sldNum" sz="quarter" idx="12"/>
          </p:nvPr>
        </p:nvSpPr>
        <p:spPr/>
        <p:txBody>
          <a:bodyPr/>
          <a:lstStyle/>
          <a:p>
            <a:fld id="{AADF62B3-C5AA-40A0-A9F3-B28CB0ADD062}" type="slidenum">
              <a:rPr lang="en-IN" smtClean="0"/>
              <a:t>15</a:t>
            </a:fld>
            <a:endParaRPr lang="en-IN"/>
          </a:p>
        </p:txBody>
      </p:sp>
      <p:graphicFrame>
        <p:nvGraphicFramePr>
          <p:cNvPr id="8" name="Content Placeholder 7">
            <a:extLst>
              <a:ext uri="{FF2B5EF4-FFF2-40B4-BE49-F238E27FC236}">
                <a16:creationId xmlns:a16="http://schemas.microsoft.com/office/drawing/2014/main" id="{4453B169-FFB3-9CB4-98B2-7AFBCB01C0BE}"/>
              </a:ext>
            </a:extLst>
          </p:cNvPr>
          <p:cNvGraphicFramePr>
            <a:graphicFrameLocks noGrp="1"/>
          </p:cNvGraphicFramePr>
          <p:nvPr>
            <p:ph idx="1"/>
            <p:extLst>
              <p:ext uri="{D42A27DB-BD31-4B8C-83A1-F6EECF244321}">
                <p14:modId xmlns:p14="http://schemas.microsoft.com/office/powerpoint/2010/main" val="545451287"/>
              </p:ext>
            </p:extLst>
          </p:nvPr>
        </p:nvGraphicFramePr>
        <p:xfrm>
          <a:off x="668267" y="1355265"/>
          <a:ext cx="10879067" cy="5190316"/>
        </p:xfrm>
        <a:graphic>
          <a:graphicData uri="http://schemas.openxmlformats.org/drawingml/2006/table">
            <a:tbl>
              <a:tblPr/>
              <a:tblGrid>
                <a:gridCol w="1460477">
                  <a:extLst>
                    <a:ext uri="{9D8B030D-6E8A-4147-A177-3AD203B41FA5}">
                      <a16:colId xmlns:a16="http://schemas.microsoft.com/office/drawing/2014/main" val="3286824605"/>
                    </a:ext>
                  </a:extLst>
                </a:gridCol>
                <a:gridCol w="2533481">
                  <a:extLst>
                    <a:ext uri="{9D8B030D-6E8A-4147-A177-3AD203B41FA5}">
                      <a16:colId xmlns:a16="http://schemas.microsoft.com/office/drawing/2014/main" val="2891386319"/>
                    </a:ext>
                  </a:extLst>
                </a:gridCol>
                <a:gridCol w="6885109">
                  <a:extLst>
                    <a:ext uri="{9D8B030D-6E8A-4147-A177-3AD203B41FA5}">
                      <a16:colId xmlns:a16="http://schemas.microsoft.com/office/drawing/2014/main" val="2901334636"/>
                    </a:ext>
                  </a:extLst>
                </a:gridCol>
              </a:tblGrid>
              <a:tr h="150264">
                <a:tc>
                  <a:txBody>
                    <a:bodyPr/>
                    <a:lstStyle/>
                    <a:p>
                      <a:pPr>
                        <a:buNone/>
                      </a:pPr>
                      <a:r>
                        <a:rPr lang="en-IN" sz="1400" b="1">
                          <a:latin typeface="Tahoma" panose="020B0604030504040204" pitchFamily="34" charset="0"/>
                          <a:ea typeface="Tahoma" panose="020B0604030504040204" pitchFamily="34" charset="0"/>
                          <a:cs typeface="Tahoma" panose="020B0604030504040204" pitchFamily="34" charset="0"/>
                        </a:rPr>
                        <a:t>Category</a:t>
                      </a:r>
                      <a:endParaRPr lang="en-IN" sz="1400">
                        <a:latin typeface="Tahoma" panose="020B0604030504040204" pitchFamily="34" charset="0"/>
                        <a:ea typeface="Tahoma" panose="020B0604030504040204" pitchFamily="34" charset="0"/>
                        <a:cs typeface="Tahoma" panose="020B0604030504040204" pitchFamily="34" charset="0"/>
                      </a:endParaRPr>
                    </a:p>
                  </a:txBody>
                  <a:tcPr marL="33216" marR="33216" marT="16608" marB="1660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IN" sz="1400" b="1">
                          <a:latin typeface="Tahoma" panose="020B0604030504040204" pitchFamily="34" charset="0"/>
                          <a:ea typeface="Tahoma" panose="020B0604030504040204" pitchFamily="34" charset="0"/>
                          <a:cs typeface="Tahoma" panose="020B0604030504040204" pitchFamily="34" charset="0"/>
                        </a:rPr>
                        <a:t>Factor</a:t>
                      </a:r>
                      <a:endParaRPr lang="en-IN" sz="1400">
                        <a:latin typeface="Tahoma" panose="020B0604030504040204" pitchFamily="34" charset="0"/>
                        <a:ea typeface="Tahoma" panose="020B0604030504040204" pitchFamily="34" charset="0"/>
                        <a:cs typeface="Tahoma" panose="020B0604030504040204" pitchFamily="34" charset="0"/>
                      </a:endParaRPr>
                    </a:p>
                  </a:txBody>
                  <a:tcPr marL="33216" marR="33216" marT="16608" marB="1660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IN" sz="1400" b="1">
                          <a:latin typeface="Tahoma" panose="020B0604030504040204" pitchFamily="34" charset="0"/>
                          <a:ea typeface="Tahoma" panose="020B0604030504040204" pitchFamily="34" charset="0"/>
                          <a:cs typeface="Tahoma" panose="020B0604030504040204" pitchFamily="34" charset="0"/>
                        </a:rPr>
                        <a:t>How It Affects HRM</a:t>
                      </a:r>
                      <a:endParaRPr lang="en-IN" sz="1400">
                        <a:latin typeface="Tahoma" panose="020B0604030504040204" pitchFamily="34" charset="0"/>
                        <a:ea typeface="Tahoma" panose="020B0604030504040204" pitchFamily="34" charset="0"/>
                        <a:cs typeface="Tahoma" panose="020B0604030504040204" pitchFamily="34" charset="0"/>
                      </a:endParaRPr>
                    </a:p>
                  </a:txBody>
                  <a:tcPr marL="33216" marR="33216" marT="16608" marB="1660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46767825"/>
                  </a:ext>
                </a:extLst>
              </a:tr>
              <a:tr h="356781">
                <a:tc>
                  <a:txBody>
                    <a:bodyPr/>
                    <a:lstStyle/>
                    <a:p>
                      <a:pPr>
                        <a:buNone/>
                      </a:pPr>
                      <a:r>
                        <a:rPr lang="en-IN" sz="1400" b="1">
                          <a:latin typeface="Tahoma" panose="020B0604030504040204" pitchFamily="34" charset="0"/>
                          <a:ea typeface="Tahoma" panose="020B0604030504040204" pitchFamily="34" charset="0"/>
                          <a:cs typeface="Tahoma" panose="020B0604030504040204" pitchFamily="34" charset="0"/>
                        </a:rPr>
                        <a:t>Internal Factors</a:t>
                      </a:r>
                      <a:endParaRPr lang="en-IN" sz="1400">
                        <a:latin typeface="Tahoma" panose="020B0604030504040204" pitchFamily="34" charset="0"/>
                        <a:ea typeface="Tahoma" panose="020B0604030504040204" pitchFamily="34" charset="0"/>
                        <a:cs typeface="Tahoma" panose="020B0604030504040204" pitchFamily="34" charset="0"/>
                      </a:endParaRPr>
                    </a:p>
                  </a:txBody>
                  <a:tcPr marL="33216" marR="33216" marT="16608" marB="1660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IN" sz="1400">
                          <a:latin typeface="Tahoma" panose="020B0604030504040204" pitchFamily="34" charset="0"/>
                          <a:ea typeface="Tahoma" panose="020B0604030504040204" pitchFamily="34" charset="0"/>
                          <a:cs typeface="Tahoma" panose="020B0604030504040204" pitchFamily="34" charset="0"/>
                        </a:rPr>
                        <a:t>Organizational Strategy</a:t>
                      </a:r>
                    </a:p>
                  </a:txBody>
                  <a:tcPr marL="33216" marR="33216" marT="16608" marB="1660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400">
                          <a:latin typeface="Tahoma" panose="020B0604030504040204" pitchFamily="34" charset="0"/>
                          <a:ea typeface="Tahoma" panose="020B0604030504040204" pitchFamily="34" charset="0"/>
                          <a:cs typeface="Tahoma" panose="020B0604030504040204" pitchFamily="34" charset="0"/>
                        </a:rPr>
                        <a:t>Determines workforce size, skills required, performance systems, and reward structures</a:t>
                      </a:r>
                    </a:p>
                  </a:txBody>
                  <a:tcPr marL="33216" marR="33216" marT="16608" marB="1660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63427985"/>
                  </a:ext>
                </a:extLst>
              </a:tr>
              <a:tr h="356781">
                <a:tc>
                  <a:txBody>
                    <a:bodyPr/>
                    <a:lstStyle/>
                    <a:p>
                      <a:pPr>
                        <a:buNone/>
                      </a:pPr>
                      <a:endParaRPr lang="en-IN" sz="1400">
                        <a:latin typeface="Tahoma" panose="020B0604030504040204" pitchFamily="34" charset="0"/>
                        <a:ea typeface="Tahoma" panose="020B0604030504040204" pitchFamily="34" charset="0"/>
                        <a:cs typeface="Tahoma" panose="020B0604030504040204" pitchFamily="34" charset="0"/>
                      </a:endParaRPr>
                    </a:p>
                  </a:txBody>
                  <a:tcPr marL="33216" marR="33216" marT="16608" marB="1660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IN" sz="1400">
                          <a:latin typeface="Tahoma" panose="020B0604030504040204" pitchFamily="34" charset="0"/>
                          <a:ea typeface="Tahoma" panose="020B0604030504040204" pitchFamily="34" charset="0"/>
                          <a:cs typeface="Tahoma" panose="020B0604030504040204" pitchFamily="34" charset="0"/>
                        </a:rPr>
                        <a:t>Organizational Culture</a:t>
                      </a:r>
                    </a:p>
                  </a:txBody>
                  <a:tcPr marL="33216" marR="33216" marT="16608" marB="1660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400">
                          <a:latin typeface="Tahoma" panose="020B0604030504040204" pitchFamily="34" charset="0"/>
                          <a:ea typeface="Tahoma" panose="020B0604030504040204" pitchFamily="34" charset="0"/>
                          <a:cs typeface="Tahoma" panose="020B0604030504040204" pitchFamily="34" charset="0"/>
                        </a:rPr>
                        <a:t>Shapes leadership style, employee relations, communication, and engagement practices</a:t>
                      </a:r>
                    </a:p>
                  </a:txBody>
                  <a:tcPr marL="33216" marR="33216" marT="16608" marB="1660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72151626"/>
                  </a:ext>
                </a:extLst>
              </a:tr>
              <a:tr h="356781">
                <a:tc>
                  <a:txBody>
                    <a:bodyPr/>
                    <a:lstStyle/>
                    <a:p>
                      <a:pPr>
                        <a:buNone/>
                      </a:pPr>
                      <a:endParaRPr lang="en-IN" sz="1400">
                        <a:latin typeface="Tahoma" panose="020B0604030504040204" pitchFamily="34" charset="0"/>
                        <a:ea typeface="Tahoma" panose="020B0604030504040204" pitchFamily="34" charset="0"/>
                        <a:cs typeface="Tahoma" panose="020B0604030504040204" pitchFamily="34" charset="0"/>
                      </a:endParaRPr>
                    </a:p>
                  </a:txBody>
                  <a:tcPr marL="33216" marR="33216" marT="16608" marB="1660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IN" sz="1400">
                          <a:latin typeface="Tahoma" panose="020B0604030504040204" pitchFamily="34" charset="0"/>
                          <a:ea typeface="Tahoma" panose="020B0604030504040204" pitchFamily="34" charset="0"/>
                          <a:cs typeface="Tahoma" panose="020B0604030504040204" pitchFamily="34" charset="0"/>
                        </a:rPr>
                        <a:t>Organizational Structure</a:t>
                      </a:r>
                    </a:p>
                  </a:txBody>
                  <a:tcPr marL="33216" marR="33216" marT="16608" marB="1660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400" dirty="0">
                          <a:latin typeface="Tahoma" panose="020B0604030504040204" pitchFamily="34" charset="0"/>
                          <a:ea typeface="Tahoma" panose="020B0604030504040204" pitchFamily="34" charset="0"/>
                          <a:cs typeface="Tahoma" panose="020B0604030504040204" pitchFamily="34" charset="0"/>
                        </a:rPr>
                        <a:t>Influences roles, authority, reporting relationships, and HR coordination</a:t>
                      </a:r>
                    </a:p>
                  </a:txBody>
                  <a:tcPr marL="33216" marR="33216" marT="16608" marB="1660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57186979"/>
                  </a:ext>
                </a:extLst>
              </a:tr>
              <a:tr h="356781">
                <a:tc>
                  <a:txBody>
                    <a:bodyPr/>
                    <a:lstStyle/>
                    <a:p>
                      <a:pPr>
                        <a:buNone/>
                      </a:pPr>
                      <a:endParaRPr lang="en-IN" sz="1400">
                        <a:latin typeface="Tahoma" panose="020B0604030504040204" pitchFamily="34" charset="0"/>
                        <a:ea typeface="Tahoma" panose="020B0604030504040204" pitchFamily="34" charset="0"/>
                        <a:cs typeface="Tahoma" panose="020B0604030504040204" pitchFamily="34" charset="0"/>
                      </a:endParaRPr>
                    </a:p>
                  </a:txBody>
                  <a:tcPr marL="33216" marR="33216" marT="16608" marB="1660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IN" sz="1400">
                          <a:latin typeface="Tahoma" panose="020B0604030504040204" pitchFamily="34" charset="0"/>
                          <a:ea typeface="Tahoma" panose="020B0604030504040204" pitchFamily="34" charset="0"/>
                          <a:cs typeface="Tahoma" panose="020B0604030504040204" pitchFamily="34" charset="0"/>
                        </a:rPr>
                        <a:t>Top Management Philosophy</a:t>
                      </a:r>
                    </a:p>
                  </a:txBody>
                  <a:tcPr marL="33216" marR="33216" marT="16608" marB="1660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400">
                          <a:latin typeface="Tahoma" panose="020B0604030504040204" pitchFamily="34" charset="0"/>
                          <a:ea typeface="Tahoma" panose="020B0604030504040204" pitchFamily="34" charset="0"/>
                          <a:cs typeface="Tahoma" panose="020B0604030504040204" pitchFamily="34" charset="0"/>
                        </a:rPr>
                        <a:t>Affects emphasis on Hard vs Soft HRM, investment in people, and HR priorities</a:t>
                      </a:r>
                    </a:p>
                  </a:txBody>
                  <a:tcPr marL="33216" marR="33216" marT="16608" marB="1660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50152532"/>
                  </a:ext>
                </a:extLst>
              </a:tr>
              <a:tr h="356781">
                <a:tc>
                  <a:txBody>
                    <a:bodyPr/>
                    <a:lstStyle/>
                    <a:p>
                      <a:pPr>
                        <a:buNone/>
                      </a:pPr>
                      <a:endParaRPr lang="en-IN" sz="1400">
                        <a:latin typeface="Tahoma" panose="020B0604030504040204" pitchFamily="34" charset="0"/>
                        <a:ea typeface="Tahoma" panose="020B0604030504040204" pitchFamily="34" charset="0"/>
                        <a:cs typeface="Tahoma" panose="020B0604030504040204" pitchFamily="34" charset="0"/>
                      </a:endParaRPr>
                    </a:p>
                  </a:txBody>
                  <a:tcPr marL="33216" marR="33216" marT="16608" marB="1660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IN" sz="1400">
                          <a:latin typeface="Tahoma" panose="020B0604030504040204" pitchFamily="34" charset="0"/>
                          <a:ea typeface="Tahoma" panose="020B0604030504040204" pitchFamily="34" charset="0"/>
                          <a:cs typeface="Tahoma" panose="020B0604030504040204" pitchFamily="34" charset="0"/>
                        </a:rPr>
                        <a:t>Nature of Work &amp; Technology</a:t>
                      </a:r>
                    </a:p>
                  </a:txBody>
                  <a:tcPr marL="33216" marR="33216" marT="16608" marB="1660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400">
                          <a:latin typeface="Tahoma" panose="020B0604030504040204" pitchFamily="34" charset="0"/>
                          <a:ea typeface="Tahoma" panose="020B0604030504040204" pitchFamily="34" charset="0"/>
                          <a:cs typeface="Tahoma" panose="020B0604030504040204" pitchFamily="34" charset="0"/>
                        </a:rPr>
                        <a:t>Determines job design, skill requirements, training needs, and work intensity</a:t>
                      </a:r>
                    </a:p>
                  </a:txBody>
                  <a:tcPr marL="33216" marR="33216" marT="16608" marB="1660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64226563"/>
                  </a:ext>
                </a:extLst>
              </a:tr>
              <a:tr h="356781">
                <a:tc>
                  <a:txBody>
                    <a:bodyPr/>
                    <a:lstStyle/>
                    <a:p>
                      <a:pPr>
                        <a:buNone/>
                      </a:pPr>
                      <a:endParaRPr lang="en-IN" sz="1400">
                        <a:latin typeface="Tahoma" panose="020B0604030504040204" pitchFamily="34" charset="0"/>
                        <a:ea typeface="Tahoma" panose="020B0604030504040204" pitchFamily="34" charset="0"/>
                        <a:cs typeface="Tahoma" panose="020B0604030504040204" pitchFamily="34" charset="0"/>
                      </a:endParaRPr>
                    </a:p>
                  </a:txBody>
                  <a:tcPr marL="33216" marR="33216" marT="16608" marB="1660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IN" sz="1400">
                          <a:latin typeface="Tahoma" panose="020B0604030504040204" pitchFamily="34" charset="0"/>
                          <a:ea typeface="Tahoma" panose="020B0604030504040204" pitchFamily="34" charset="0"/>
                          <a:cs typeface="Tahoma" panose="020B0604030504040204" pitchFamily="34" charset="0"/>
                        </a:rPr>
                        <a:t>Workforce Characteristics</a:t>
                      </a:r>
                    </a:p>
                  </a:txBody>
                  <a:tcPr marL="33216" marR="33216" marT="16608" marB="1660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400">
                          <a:latin typeface="Tahoma" panose="020B0604030504040204" pitchFamily="34" charset="0"/>
                          <a:ea typeface="Tahoma" panose="020B0604030504040204" pitchFamily="34" charset="0"/>
                          <a:cs typeface="Tahoma" panose="020B0604030504040204" pitchFamily="34" charset="0"/>
                        </a:rPr>
                        <a:t>Age, gender, skill levels, and diversity influence HR policies and practices</a:t>
                      </a:r>
                    </a:p>
                  </a:txBody>
                  <a:tcPr marL="33216" marR="33216" marT="16608" marB="1660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2562878"/>
                  </a:ext>
                </a:extLst>
              </a:tr>
              <a:tr h="356781">
                <a:tc>
                  <a:txBody>
                    <a:bodyPr/>
                    <a:lstStyle/>
                    <a:p>
                      <a:pPr>
                        <a:buNone/>
                      </a:pPr>
                      <a:r>
                        <a:rPr lang="en-IN" sz="1400" b="1">
                          <a:latin typeface="Tahoma" panose="020B0604030504040204" pitchFamily="34" charset="0"/>
                          <a:ea typeface="Tahoma" panose="020B0604030504040204" pitchFamily="34" charset="0"/>
                          <a:cs typeface="Tahoma" panose="020B0604030504040204" pitchFamily="34" charset="0"/>
                        </a:rPr>
                        <a:t>External Factors</a:t>
                      </a:r>
                      <a:endParaRPr lang="en-IN" sz="1400">
                        <a:latin typeface="Tahoma" panose="020B0604030504040204" pitchFamily="34" charset="0"/>
                        <a:ea typeface="Tahoma" panose="020B0604030504040204" pitchFamily="34" charset="0"/>
                        <a:cs typeface="Tahoma" panose="020B0604030504040204" pitchFamily="34" charset="0"/>
                      </a:endParaRPr>
                    </a:p>
                  </a:txBody>
                  <a:tcPr marL="33216" marR="33216" marT="16608" marB="1660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IN" sz="1400">
                          <a:latin typeface="Tahoma" panose="020B0604030504040204" pitchFamily="34" charset="0"/>
                          <a:ea typeface="Tahoma" panose="020B0604030504040204" pitchFamily="34" charset="0"/>
                          <a:cs typeface="Tahoma" panose="020B0604030504040204" pitchFamily="34" charset="0"/>
                        </a:rPr>
                        <a:t>Economic Environment</a:t>
                      </a:r>
                    </a:p>
                  </a:txBody>
                  <a:tcPr marL="33216" marR="33216" marT="16608" marB="1660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400">
                          <a:latin typeface="Tahoma" panose="020B0604030504040204" pitchFamily="34" charset="0"/>
                          <a:ea typeface="Tahoma" panose="020B0604030504040204" pitchFamily="34" charset="0"/>
                          <a:cs typeface="Tahoma" panose="020B0604030504040204" pitchFamily="34" charset="0"/>
                        </a:rPr>
                        <a:t>Impacts hiring, layoffs, compensation levels, and job security</a:t>
                      </a:r>
                    </a:p>
                  </a:txBody>
                  <a:tcPr marL="33216" marR="33216" marT="16608" marB="1660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75015291"/>
                  </a:ext>
                </a:extLst>
              </a:tr>
              <a:tr h="356781">
                <a:tc>
                  <a:txBody>
                    <a:bodyPr/>
                    <a:lstStyle/>
                    <a:p>
                      <a:pPr>
                        <a:buNone/>
                      </a:pPr>
                      <a:endParaRPr lang="en-IN" sz="1400">
                        <a:latin typeface="Tahoma" panose="020B0604030504040204" pitchFamily="34" charset="0"/>
                        <a:ea typeface="Tahoma" panose="020B0604030504040204" pitchFamily="34" charset="0"/>
                        <a:cs typeface="Tahoma" panose="020B0604030504040204" pitchFamily="34" charset="0"/>
                      </a:endParaRPr>
                    </a:p>
                  </a:txBody>
                  <a:tcPr marL="33216" marR="33216" marT="16608" marB="1660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IN" sz="1400">
                          <a:latin typeface="Tahoma" panose="020B0604030504040204" pitchFamily="34" charset="0"/>
                          <a:ea typeface="Tahoma" panose="020B0604030504040204" pitchFamily="34" charset="0"/>
                          <a:cs typeface="Tahoma" panose="020B0604030504040204" pitchFamily="34" charset="0"/>
                        </a:rPr>
                        <a:t>Labour Market Conditions</a:t>
                      </a:r>
                    </a:p>
                  </a:txBody>
                  <a:tcPr marL="33216" marR="33216" marT="16608" marB="1660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400">
                          <a:latin typeface="Tahoma" panose="020B0604030504040204" pitchFamily="34" charset="0"/>
                          <a:ea typeface="Tahoma" panose="020B0604030504040204" pitchFamily="34" charset="0"/>
                          <a:cs typeface="Tahoma" panose="020B0604030504040204" pitchFamily="34" charset="0"/>
                        </a:rPr>
                        <a:t>Availability of talent affects recruitment strategies and wage levels</a:t>
                      </a:r>
                    </a:p>
                  </a:txBody>
                  <a:tcPr marL="33216" marR="33216" marT="16608" marB="1660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7184561"/>
                  </a:ext>
                </a:extLst>
              </a:tr>
              <a:tr h="463816">
                <a:tc>
                  <a:txBody>
                    <a:bodyPr/>
                    <a:lstStyle/>
                    <a:p>
                      <a:pPr>
                        <a:buNone/>
                      </a:pPr>
                      <a:endParaRPr lang="en-IN" sz="1400">
                        <a:latin typeface="Tahoma" panose="020B0604030504040204" pitchFamily="34" charset="0"/>
                        <a:ea typeface="Tahoma" panose="020B0604030504040204" pitchFamily="34" charset="0"/>
                        <a:cs typeface="Tahoma" panose="020B0604030504040204" pitchFamily="34" charset="0"/>
                      </a:endParaRPr>
                    </a:p>
                  </a:txBody>
                  <a:tcPr marL="33216" marR="33216" marT="16608" marB="1660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IN" sz="1400">
                          <a:latin typeface="Tahoma" panose="020B0604030504040204" pitchFamily="34" charset="0"/>
                          <a:ea typeface="Tahoma" panose="020B0604030504040204" pitchFamily="34" charset="0"/>
                          <a:cs typeface="Tahoma" panose="020B0604030504040204" pitchFamily="34" charset="0"/>
                        </a:rPr>
                        <a:t>Legal &amp; Regulatory Framework</a:t>
                      </a:r>
                    </a:p>
                  </a:txBody>
                  <a:tcPr marL="33216" marR="33216" marT="16608" marB="1660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400">
                          <a:latin typeface="Tahoma" panose="020B0604030504040204" pitchFamily="34" charset="0"/>
                          <a:ea typeface="Tahoma" panose="020B0604030504040204" pitchFamily="34" charset="0"/>
                          <a:cs typeface="Tahoma" panose="020B0604030504040204" pitchFamily="34" charset="0"/>
                        </a:rPr>
                        <a:t>Determines compliance requirements related to wages, safety, diversity, and employment rights</a:t>
                      </a:r>
                    </a:p>
                  </a:txBody>
                  <a:tcPr marL="33216" marR="33216" marT="16608" marB="1660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82467922"/>
                  </a:ext>
                </a:extLst>
              </a:tr>
              <a:tr h="249747">
                <a:tc>
                  <a:txBody>
                    <a:bodyPr/>
                    <a:lstStyle/>
                    <a:p>
                      <a:pPr>
                        <a:buNone/>
                      </a:pPr>
                      <a:endParaRPr lang="en-IN" sz="1400">
                        <a:latin typeface="Tahoma" panose="020B0604030504040204" pitchFamily="34" charset="0"/>
                        <a:ea typeface="Tahoma" panose="020B0604030504040204" pitchFamily="34" charset="0"/>
                        <a:cs typeface="Tahoma" panose="020B0604030504040204" pitchFamily="34" charset="0"/>
                      </a:endParaRPr>
                    </a:p>
                  </a:txBody>
                  <a:tcPr marL="33216" marR="33216" marT="16608" marB="1660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IN" sz="1400">
                          <a:latin typeface="Tahoma" panose="020B0604030504040204" pitchFamily="34" charset="0"/>
                          <a:ea typeface="Tahoma" panose="020B0604030504040204" pitchFamily="34" charset="0"/>
                          <a:cs typeface="Tahoma" panose="020B0604030504040204" pitchFamily="34" charset="0"/>
                        </a:rPr>
                        <a:t>Technological Changes</a:t>
                      </a:r>
                    </a:p>
                  </a:txBody>
                  <a:tcPr marL="33216" marR="33216" marT="16608" marB="1660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400">
                          <a:latin typeface="Tahoma" panose="020B0604030504040204" pitchFamily="34" charset="0"/>
                          <a:ea typeface="Tahoma" panose="020B0604030504040204" pitchFamily="34" charset="0"/>
                          <a:cs typeface="Tahoma" panose="020B0604030504040204" pitchFamily="34" charset="0"/>
                        </a:rPr>
                        <a:t>Drives reskilling, automation, HR digitalization, and AI use in HRM</a:t>
                      </a:r>
                    </a:p>
                  </a:txBody>
                  <a:tcPr marL="33216" marR="33216" marT="16608" marB="1660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53316170"/>
                  </a:ext>
                </a:extLst>
              </a:tr>
              <a:tr h="249747">
                <a:tc>
                  <a:txBody>
                    <a:bodyPr/>
                    <a:lstStyle/>
                    <a:p>
                      <a:pPr>
                        <a:buNone/>
                      </a:pPr>
                      <a:endParaRPr lang="en-IN" sz="1400">
                        <a:latin typeface="Tahoma" panose="020B0604030504040204" pitchFamily="34" charset="0"/>
                        <a:ea typeface="Tahoma" panose="020B0604030504040204" pitchFamily="34" charset="0"/>
                        <a:cs typeface="Tahoma" panose="020B0604030504040204" pitchFamily="34" charset="0"/>
                      </a:endParaRPr>
                    </a:p>
                  </a:txBody>
                  <a:tcPr marL="33216" marR="33216" marT="16608" marB="1660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IN" sz="1400">
                          <a:latin typeface="Tahoma" panose="020B0604030504040204" pitchFamily="34" charset="0"/>
                          <a:ea typeface="Tahoma" panose="020B0604030504040204" pitchFamily="34" charset="0"/>
                          <a:cs typeface="Tahoma" panose="020B0604030504040204" pitchFamily="34" charset="0"/>
                        </a:rPr>
                        <a:t>Social &amp; Cultural Factors</a:t>
                      </a:r>
                    </a:p>
                  </a:txBody>
                  <a:tcPr marL="33216" marR="33216" marT="16608" marB="1660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400">
                          <a:latin typeface="Tahoma" panose="020B0604030504040204" pitchFamily="34" charset="0"/>
                          <a:ea typeface="Tahoma" panose="020B0604030504040204" pitchFamily="34" charset="0"/>
                          <a:cs typeface="Tahoma" panose="020B0604030504040204" pitchFamily="34" charset="0"/>
                        </a:rPr>
                        <a:t>Influence employee expectations, work values, and HR norms</a:t>
                      </a:r>
                    </a:p>
                  </a:txBody>
                  <a:tcPr marL="33216" marR="33216" marT="16608" marB="1660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24250305"/>
                  </a:ext>
                </a:extLst>
              </a:tr>
              <a:tr h="356781">
                <a:tc>
                  <a:txBody>
                    <a:bodyPr/>
                    <a:lstStyle/>
                    <a:p>
                      <a:pPr>
                        <a:buNone/>
                      </a:pPr>
                      <a:endParaRPr lang="en-IN" sz="1400">
                        <a:latin typeface="Tahoma" panose="020B0604030504040204" pitchFamily="34" charset="0"/>
                        <a:ea typeface="Tahoma" panose="020B0604030504040204" pitchFamily="34" charset="0"/>
                        <a:cs typeface="Tahoma" panose="020B0604030504040204" pitchFamily="34" charset="0"/>
                      </a:endParaRPr>
                    </a:p>
                  </a:txBody>
                  <a:tcPr marL="33216" marR="33216" marT="16608" marB="1660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IN" sz="1400">
                          <a:latin typeface="Tahoma" panose="020B0604030504040204" pitchFamily="34" charset="0"/>
                          <a:ea typeface="Tahoma" panose="020B0604030504040204" pitchFamily="34" charset="0"/>
                          <a:cs typeface="Tahoma" panose="020B0604030504040204" pitchFamily="34" charset="0"/>
                        </a:rPr>
                        <a:t>Trade Unions &amp; Employee Associations</a:t>
                      </a:r>
                    </a:p>
                  </a:txBody>
                  <a:tcPr marL="33216" marR="33216" marT="16608" marB="1660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400">
                          <a:latin typeface="Tahoma" panose="020B0604030504040204" pitchFamily="34" charset="0"/>
                          <a:ea typeface="Tahoma" panose="020B0604030504040204" pitchFamily="34" charset="0"/>
                          <a:cs typeface="Tahoma" panose="020B0604030504040204" pitchFamily="34" charset="0"/>
                        </a:rPr>
                        <a:t>Affect collective bargaining, grievance handling, and employee relations</a:t>
                      </a:r>
                    </a:p>
                  </a:txBody>
                  <a:tcPr marL="33216" marR="33216" marT="16608" marB="1660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78139966"/>
                  </a:ext>
                </a:extLst>
              </a:tr>
              <a:tr h="356781">
                <a:tc>
                  <a:txBody>
                    <a:bodyPr/>
                    <a:lstStyle/>
                    <a:p>
                      <a:pPr>
                        <a:buNone/>
                      </a:pPr>
                      <a:endParaRPr lang="en-IN" sz="1400" dirty="0">
                        <a:latin typeface="Tahoma" panose="020B0604030504040204" pitchFamily="34" charset="0"/>
                        <a:ea typeface="Tahoma" panose="020B0604030504040204" pitchFamily="34" charset="0"/>
                        <a:cs typeface="Tahoma" panose="020B0604030504040204" pitchFamily="34" charset="0"/>
                      </a:endParaRPr>
                    </a:p>
                  </a:txBody>
                  <a:tcPr marL="33216" marR="33216" marT="16608" marB="1660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IN" sz="1400">
                          <a:latin typeface="Tahoma" panose="020B0604030504040204" pitchFamily="34" charset="0"/>
                          <a:ea typeface="Tahoma" panose="020B0604030504040204" pitchFamily="34" charset="0"/>
                          <a:cs typeface="Tahoma" panose="020B0604030504040204" pitchFamily="34" charset="0"/>
                        </a:rPr>
                        <a:t>Globalization</a:t>
                      </a:r>
                    </a:p>
                  </a:txBody>
                  <a:tcPr marL="33216" marR="33216" marT="16608" marB="1660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400" dirty="0">
                          <a:latin typeface="Tahoma" panose="020B0604030504040204" pitchFamily="34" charset="0"/>
                          <a:ea typeface="Tahoma" panose="020B0604030504040204" pitchFamily="34" charset="0"/>
                          <a:cs typeface="Tahoma" panose="020B0604030504040204" pitchFamily="34" charset="0"/>
                        </a:rPr>
                        <a:t>Leads to cross-cultural HRM, global staffing, and international </a:t>
                      </a:r>
                      <a:r>
                        <a:rPr lang="en-US" sz="1400" dirty="0" err="1">
                          <a:latin typeface="Tahoma" panose="020B0604030504040204" pitchFamily="34" charset="0"/>
                          <a:ea typeface="Tahoma" panose="020B0604030504040204" pitchFamily="34" charset="0"/>
                          <a:cs typeface="Tahoma" panose="020B0604030504040204" pitchFamily="34" charset="0"/>
                        </a:rPr>
                        <a:t>labour</a:t>
                      </a:r>
                      <a:r>
                        <a:rPr lang="en-US" sz="1400" dirty="0">
                          <a:latin typeface="Tahoma" panose="020B0604030504040204" pitchFamily="34" charset="0"/>
                          <a:ea typeface="Tahoma" panose="020B0604030504040204" pitchFamily="34" charset="0"/>
                          <a:cs typeface="Tahoma" panose="020B0604030504040204" pitchFamily="34" charset="0"/>
                        </a:rPr>
                        <a:t> practices</a:t>
                      </a:r>
                    </a:p>
                  </a:txBody>
                  <a:tcPr marL="33216" marR="33216" marT="16608" marB="1660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06085111"/>
                  </a:ext>
                </a:extLst>
              </a:tr>
            </a:tbl>
          </a:graphicData>
        </a:graphic>
      </p:graphicFrame>
    </p:spTree>
    <p:extLst>
      <p:ext uri="{BB962C8B-B14F-4D97-AF65-F5344CB8AC3E}">
        <p14:creationId xmlns:p14="http://schemas.microsoft.com/office/powerpoint/2010/main" val="26896082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5F0C3F-6FE7-63CC-F4ED-199DFE17714D}"/>
            </a:ext>
          </a:extLst>
        </p:cNvPr>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1C74E815-DF5B-84AB-2A9F-2ACBE608E8CC}"/>
              </a:ext>
            </a:extLst>
          </p:cNvPr>
          <p:cNvCxnSpPr/>
          <p:nvPr/>
        </p:nvCxnSpPr>
        <p:spPr>
          <a:xfrm>
            <a:off x="256032" y="1197864"/>
            <a:ext cx="11786616"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5" name="Title 1">
            <a:extLst>
              <a:ext uri="{FF2B5EF4-FFF2-40B4-BE49-F238E27FC236}">
                <a16:creationId xmlns:a16="http://schemas.microsoft.com/office/drawing/2014/main" id="{95680079-9377-2906-0904-FE61D557DF93}"/>
              </a:ext>
            </a:extLst>
          </p:cNvPr>
          <p:cNvSpPr>
            <a:spLocks noGrp="1"/>
          </p:cNvSpPr>
          <p:nvPr>
            <p:ph type="title"/>
          </p:nvPr>
        </p:nvSpPr>
        <p:spPr>
          <a:xfrm>
            <a:off x="838200" y="356552"/>
            <a:ext cx="10515600" cy="420688"/>
          </a:xfrm>
        </p:spPr>
        <p:txBody>
          <a:bodyPr>
            <a:noAutofit/>
          </a:bodyPr>
          <a:lstStyle/>
          <a:p>
            <a:r>
              <a:rPr lang="en-US" sz="2800" dirty="0">
                <a:latin typeface="Tahoma" panose="020B0604030504040204" pitchFamily="34" charset="0"/>
                <a:ea typeface="Tahoma" panose="020B0604030504040204" pitchFamily="34" charset="0"/>
                <a:cs typeface="Tahoma" panose="020B0604030504040204" pitchFamily="34" charset="0"/>
              </a:rPr>
              <a:t> HR Manager’s competencies </a:t>
            </a:r>
            <a:endParaRPr lang="en-IN" sz="2800" dirty="0">
              <a:latin typeface="Tahoma" panose="020B0604030504040204" pitchFamily="34" charset="0"/>
              <a:ea typeface="Tahoma" panose="020B0604030504040204" pitchFamily="34" charset="0"/>
              <a:cs typeface="Tahoma" panose="020B0604030504040204" pitchFamily="34" charset="0"/>
            </a:endParaRPr>
          </a:p>
        </p:txBody>
      </p:sp>
      <p:sp>
        <p:nvSpPr>
          <p:cNvPr id="2" name="Slide Number Placeholder 1">
            <a:extLst>
              <a:ext uri="{FF2B5EF4-FFF2-40B4-BE49-F238E27FC236}">
                <a16:creationId xmlns:a16="http://schemas.microsoft.com/office/drawing/2014/main" id="{8B7B3EC2-4A4F-F3E2-45FB-4766F9F9D99B}"/>
              </a:ext>
            </a:extLst>
          </p:cNvPr>
          <p:cNvSpPr>
            <a:spLocks noGrp="1"/>
          </p:cNvSpPr>
          <p:nvPr>
            <p:ph type="sldNum" sz="quarter" idx="12"/>
          </p:nvPr>
        </p:nvSpPr>
        <p:spPr/>
        <p:txBody>
          <a:bodyPr/>
          <a:lstStyle/>
          <a:p>
            <a:fld id="{AADF62B3-C5AA-40A0-A9F3-B28CB0ADD062}" type="slidenum">
              <a:rPr lang="en-IN" smtClean="0"/>
              <a:t>16</a:t>
            </a:fld>
            <a:endParaRPr lang="en-IN"/>
          </a:p>
        </p:txBody>
      </p:sp>
      <p:graphicFrame>
        <p:nvGraphicFramePr>
          <p:cNvPr id="3" name="Content Placeholder 2">
            <a:extLst>
              <a:ext uri="{FF2B5EF4-FFF2-40B4-BE49-F238E27FC236}">
                <a16:creationId xmlns:a16="http://schemas.microsoft.com/office/drawing/2014/main" id="{227B8C9A-87CF-FFBA-7099-C7151612D37A}"/>
              </a:ext>
            </a:extLst>
          </p:cNvPr>
          <p:cNvGraphicFramePr>
            <a:graphicFrameLocks noGrp="1"/>
          </p:cNvGraphicFramePr>
          <p:nvPr>
            <p:ph idx="1"/>
            <p:extLst>
              <p:ext uri="{D42A27DB-BD31-4B8C-83A1-F6EECF244321}">
                <p14:modId xmlns:p14="http://schemas.microsoft.com/office/powerpoint/2010/main" val="2844899867"/>
              </p:ext>
            </p:extLst>
          </p:nvPr>
        </p:nvGraphicFramePr>
        <p:xfrm>
          <a:off x="838200" y="1855946"/>
          <a:ext cx="10515600" cy="2926080"/>
        </p:xfrm>
        <a:graphic>
          <a:graphicData uri="http://schemas.openxmlformats.org/drawingml/2006/table">
            <a:tbl>
              <a:tblPr/>
              <a:tblGrid>
                <a:gridCol w="3505200">
                  <a:extLst>
                    <a:ext uri="{9D8B030D-6E8A-4147-A177-3AD203B41FA5}">
                      <a16:colId xmlns:a16="http://schemas.microsoft.com/office/drawing/2014/main" val="2457576432"/>
                    </a:ext>
                  </a:extLst>
                </a:gridCol>
                <a:gridCol w="3505200">
                  <a:extLst>
                    <a:ext uri="{9D8B030D-6E8A-4147-A177-3AD203B41FA5}">
                      <a16:colId xmlns:a16="http://schemas.microsoft.com/office/drawing/2014/main" val="4214340350"/>
                    </a:ext>
                  </a:extLst>
                </a:gridCol>
                <a:gridCol w="3505200">
                  <a:extLst>
                    <a:ext uri="{9D8B030D-6E8A-4147-A177-3AD203B41FA5}">
                      <a16:colId xmlns:a16="http://schemas.microsoft.com/office/drawing/2014/main" val="1592145987"/>
                    </a:ext>
                  </a:extLst>
                </a:gridCol>
              </a:tblGrid>
              <a:tr h="0">
                <a:tc>
                  <a:txBody>
                    <a:bodyPr/>
                    <a:lstStyle/>
                    <a:p>
                      <a:pPr>
                        <a:buNone/>
                      </a:pPr>
                      <a:r>
                        <a:rPr lang="en-IN" sz="1400" b="1" dirty="0">
                          <a:latin typeface="Tahoma" panose="020B0604030504040204" pitchFamily="34" charset="0"/>
                          <a:ea typeface="Tahoma" panose="020B0604030504040204" pitchFamily="34" charset="0"/>
                          <a:cs typeface="Tahoma" panose="020B0604030504040204" pitchFamily="34" charset="0"/>
                        </a:rPr>
                        <a:t>Competency Category</a:t>
                      </a:r>
                      <a:endParaRPr lang="en-IN" sz="1400" dirty="0">
                        <a:latin typeface="Tahoma" panose="020B0604030504040204" pitchFamily="34" charset="0"/>
                        <a:ea typeface="Tahoma" panose="020B0604030504040204" pitchFamily="34" charset="0"/>
                        <a:cs typeface="Tahoma" panose="020B0604030504040204" pitchFamily="34" charset="0"/>
                      </a:endParaRPr>
                    </a:p>
                  </a:txBody>
                  <a:tcPr anchor="ctr">
                    <a:lnL>
                      <a:noFill/>
                    </a:lnL>
                    <a:lnR>
                      <a:noFill/>
                    </a:lnR>
                    <a:lnT>
                      <a:noFill/>
                    </a:lnT>
                    <a:lnB>
                      <a:noFill/>
                    </a:lnB>
                    <a:noFill/>
                  </a:tcPr>
                </a:tc>
                <a:tc>
                  <a:txBody>
                    <a:bodyPr/>
                    <a:lstStyle/>
                    <a:p>
                      <a:pPr>
                        <a:buNone/>
                      </a:pPr>
                      <a:r>
                        <a:rPr lang="en-IN" sz="1400" b="1">
                          <a:latin typeface="Tahoma" panose="020B0604030504040204" pitchFamily="34" charset="0"/>
                          <a:ea typeface="Tahoma" panose="020B0604030504040204" pitchFamily="34" charset="0"/>
                          <a:cs typeface="Tahoma" panose="020B0604030504040204" pitchFamily="34" charset="0"/>
                        </a:rPr>
                        <a:t>Core Competencies</a:t>
                      </a:r>
                      <a:endParaRPr lang="en-IN" sz="1400">
                        <a:latin typeface="Tahoma" panose="020B0604030504040204" pitchFamily="34" charset="0"/>
                        <a:ea typeface="Tahoma" panose="020B0604030504040204" pitchFamily="34" charset="0"/>
                        <a:cs typeface="Tahoma" panose="020B0604030504040204" pitchFamily="34" charset="0"/>
                      </a:endParaRPr>
                    </a:p>
                  </a:txBody>
                  <a:tcPr anchor="ctr">
                    <a:lnL>
                      <a:noFill/>
                    </a:lnL>
                    <a:lnR>
                      <a:noFill/>
                    </a:lnR>
                    <a:lnT>
                      <a:noFill/>
                    </a:lnT>
                    <a:lnB>
                      <a:noFill/>
                    </a:lnB>
                    <a:noFill/>
                  </a:tcPr>
                </a:tc>
                <a:tc>
                  <a:txBody>
                    <a:bodyPr/>
                    <a:lstStyle/>
                    <a:p>
                      <a:pPr>
                        <a:buNone/>
                      </a:pPr>
                      <a:r>
                        <a:rPr lang="en-US" sz="1400" b="1">
                          <a:latin typeface="Tahoma" panose="020B0604030504040204" pitchFamily="34" charset="0"/>
                          <a:ea typeface="Tahoma" panose="020B0604030504040204" pitchFamily="34" charset="0"/>
                          <a:cs typeface="Tahoma" panose="020B0604030504040204" pitchFamily="34" charset="0"/>
                        </a:rPr>
                        <a:t>What This Means in Practice</a:t>
                      </a:r>
                      <a:endParaRPr lang="en-US" sz="1400">
                        <a:latin typeface="Tahoma" panose="020B0604030504040204" pitchFamily="34" charset="0"/>
                        <a:ea typeface="Tahoma" panose="020B0604030504040204" pitchFamily="34" charset="0"/>
                        <a:cs typeface="Tahoma" panose="020B0604030504040204" pitchFamily="34" charset="0"/>
                      </a:endParaRPr>
                    </a:p>
                  </a:txBody>
                  <a:tcPr anchor="ctr">
                    <a:lnL>
                      <a:noFill/>
                    </a:lnL>
                    <a:lnR>
                      <a:noFill/>
                    </a:lnR>
                    <a:lnT>
                      <a:noFill/>
                    </a:lnT>
                    <a:lnB>
                      <a:noFill/>
                    </a:lnB>
                    <a:noFill/>
                  </a:tcPr>
                </a:tc>
                <a:extLst>
                  <a:ext uri="{0D108BD9-81ED-4DB2-BD59-A6C34878D82A}">
                    <a16:rowId xmlns:a16="http://schemas.microsoft.com/office/drawing/2014/main" val="2591044826"/>
                  </a:ext>
                </a:extLst>
              </a:tr>
              <a:tr h="0">
                <a:tc>
                  <a:txBody>
                    <a:bodyPr/>
                    <a:lstStyle/>
                    <a:p>
                      <a:pPr>
                        <a:buNone/>
                      </a:pPr>
                      <a:r>
                        <a:rPr lang="en-IN" sz="1400" b="1">
                          <a:latin typeface="Tahoma" panose="020B0604030504040204" pitchFamily="34" charset="0"/>
                          <a:ea typeface="Tahoma" panose="020B0604030504040204" pitchFamily="34" charset="0"/>
                          <a:cs typeface="Tahoma" panose="020B0604030504040204" pitchFamily="34" charset="0"/>
                        </a:rPr>
                        <a:t>Leadership Competencies</a:t>
                      </a:r>
                      <a:endParaRPr lang="en-IN" sz="1400">
                        <a:latin typeface="Tahoma" panose="020B0604030504040204" pitchFamily="34" charset="0"/>
                        <a:ea typeface="Tahoma" panose="020B0604030504040204" pitchFamily="34" charset="0"/>
                        <a:cs typeface="Tahoma" panose="020B0604030504040204" pitchFamily="34" charset="0"/>
                      </a:endParaRPr>
                    </a:p>
                  </a:txBody>
                  <a:tcPr anchor="ctr">
                    <a:lnL>
                      <a:noFill/>
                    </a:lnL>
                    <a:lnR>
                      <a:noFill/>
                    </a:lnR>
                    <a:lnT>
                      <a:noFill/>
                    </a:lnT>
                    <a:lnB>
                      <a:noFill/>
                    </a:lnB>
                    <a:noFill/>
                  </a:tcPr>
                </a:tc>
                <a:tc>
                  <a:txBody>
                    <a:bodyPr/>
                    <a:lstStyle/>
                    <a:p>
                      <a:pPr>
                        <a:buNone/>
                      </a:pPr>
                      <a:r>
                        <a:rPr lang="en-US" sz="1400" dirty="0">
                          <a:latin typeface="Tahoma" panose="020B0604030504040204" pitchFamily="34" charset="0"/>
                          <a:ea typeface="Tahoma" panose="020B0604030504040204" pitchFamily="34" charset="0"/>
                          <a:cs typeface="Tahoma" panose="020B0604030504040204" pitchFamily="34" charset="0"/>
                        </a:rPr>
                        <a:t>•</a:t>
                      </a:r>
                      <a:r>
                        <a:rPr lang="en-US" sz="1400" b="0" dirty="0">
                          <a:latin typeface="Tahoma" panose="020B0604030504040204" pitchFamily="34" charset="0"/>
                          <a:ea typeface="Tahoma" panose="020B0604030504040204" pitchFamily="34" charset="0"/>
                          <a:cs typeface="Tahoma" panose="020B0604030504040204" pitchFamily="34" charset="0"/>
                        </a:rPr>
                        <a:t> Navigation</a:t>
                      </a:r>
                      <a:r>
                        <a:rPr lang="en-US" sz="1400" dirty="0">
                          <a:latin typeface="Tahoma" panose="020B0604030504040204" pitchFamily="34" charset="0"/>
                          <a:ea typeface="Tahoma" panose="020B0604030504040204" pitchFamily="34" charset="0"/>
                          <a:cs typeface="Tahoma" panose="020B0604030504040204" pitchFamily="34" charset="0"/>
                        </a:rPr>
                        <a:t> • Ability to direct and contribute to initiatives • Ethical practice &amp; DEI</a:t>
                      </a:r>
                    </a:p>
                  </a:txBody>
                  <a:tcPr anchor="ctr">
                    <a:lnL>
                      <a:noFill/>
                    </a:lnL>
                    <a:lnR>
                      <a:noFill/>
                    </a:lnR>
                    <a:lnT>
                      <a:noFill/>
                    </a:lnT>
                    <a:lnB>
                      <a:noFill/>
                    </a:lnB>
                    <a:noFill/>
                  </a:tcPr>
                </a:tc>
                <a:tc>
                  <a:txBody>
                    <a:bodyPr/>
                    <a:lstStyle/>
                    <a:p>
                      <a:pPr>
                        <a:buNone/>
                      </a:pPr>
                      <a:r>
                        <a:rPr lang="en-US" sz="1400">
                          <a:latin typeface="Tahoma" panose="020B0604030504040204" pitchFamily="34" charset="0"/>
                          <a:ea typeface="Tahoma" panose="020B0604030504040204" pitchFamily="34" charset="0"/>
                          <a:cs typeface="Tahoma" panose="020B0604030504040204" pitchFamily="34" charset="0"/>
                        </a:rPr>
                        <a:t>Guiding the organization through change, aligning HR initiatives with strategy, and ensuring ethical, inclusive decision-making</a:t>
                      </a:r>
                    </a:p>
                  </a:txBody>
                  <a:tcPr anchor="ctr">
                    <a:lnL>
                      <a:noFill/>
                    </a:lnL>
                    <a:lnR>
                      <a:noFill/>
                    </a:lnR>
                    <a:lnT>
                      <a:noFill/>
                    </a:lnT>
                    <a:lnB>
                      <a:noFill/>
                    </a:lnB>
                    <a:noFill/>
                  </a:tcPr>
                </a:tc>
                <a:extLst>
                  <a:ext uri="{0D108BD9-81ED-4DB2-BD59-A6C34878D82A}">
                    <a16:rowId xmlns:a16="http://schemas.microsoft.com/office/drawing/2014/main" val="354776539"/>
                  </a:ext>
                </a:extLst>
              </a:tr>
              <a:tr h="0">
                <a:tc>
                  <a:txBody>
                    <a:bodyPr/>
                    <a:lstStyle/>
                    <a:p>
                      <a:pPr>
                        <a:buNone/>
                      </a:pPr>
                      <a:r>
                        <a:rPr lang="en-IN" sz="1400" b="1">
                          <a:latin typeface="Tahoma" panose="020B0604030504040204" pitchFamily="34" charset="0"/>
                          <a:ea typeface="Tahoma" panose="020B0604030504040204" pitchFamily="34" charset="0"/>
                          <a:cs typeface="Tahoma" panose="020B0604030504040204" pitchFamily="34" charset="0"/>
                        </a:rPr>
                        <a:t>Relationship Competencies</a:t>
                      </a:r>
                      <a:endParaRPr lang="en-IN" sz="1400">
                        <a:latin typeface="Tahoma" panose="020B0604030504040204" pitchFamily="34" charset="0"/>
                        <a:ea typeface="Tahoma" panose="020B0604030504040204" pitchFamily="34" charset="0"/>
                        <a:cs typeface="Tahoma" panose="020B0604030504040204" pitchFamily="34" charset="0"/>
                      </a:endParaRPr>
                    </a:p>
                  </a:txBody>
                  <a:tcPr anchor="ctr">
                    <a:lnL>
                      <a:noFill/>
                    </a:lnL>
                    <a:lnR>
                      <a:noFill/>
                    </a:lnR>
                    <a:lnT>
                      <a:noFill/>
                    </a:lnT>
                    <a:lnB>
                      <a:noFill/>
                    </a:lnB>
                    <a:noFill/>
                  </a:tcPr>
                </a:tc>
                <a:tc>
                  <a:txBody>
                    <a:bodyPr/>
                    <a:lstStyle/>
                    <a:p>
                      <a:pPr>
                        <a:buNone/>
                      </a:pPr>
                      <a:r>
                        <a:rPr lang="en-IN" sz="1400">
                          <a:latin typeface="Tahoma" panose="020B0604030504040204" pitchFamily="34" charset="0"/>
                          <a:ea typeface="Tahoma" panose="020B0604030504040204" pitchFamily="34" charset="0"/>
                          <a:cs typeface="Tahoma" panose="020B0604030504040204" pitchFamily="34" charset="0"/>
                        </a:rPr>
                        <a:t>• Communication • Global mindset • Relationship management</a:t>
                      </a:r>
                    </a:p>
                  </a:txBody>
                  <a:tcPr anchor="ctr">
                    <a:lnL>
                      <a:noFill/>
                    </a:lnL>
                    <a:lnR>
                      <a:noFill/>
                    </a:lnR>
                    <a:lnT>
                      <a:noFill/>
                    </a:lnT>
                    <a:lnB>
                      <a:noFill/>
                    </a:lnB>
                    <a:noFill/>
                  </a:tcPr>
                </a:tc>
                <a:tc>
                  <a:txBody>
                    <a:bodyPr/>
                    <a:lstStyle/>
                    <a:p>
                      <a:pPr>
                        <a:buNone/>
                      </a:pPr>
                      <a:r>
                        <a:rPr lang="en-US" sz="1400">
                          <a:latin typeface="Tahoma" panose="020B0604030504040204" pitchFamily="34" charset="0"/>
                          <a:ea typeface="Tahoma" panose="020B0604030504040204" pitchFamily="34" charset="0"/>
                          <a:cs typeface="Tahoma" panose="020B0604030504040204" pitchFamily="34" charset="0"/>
                        </a:rPr>
                        <a:t>Building trust with employees and managers, managing diverse workforces, and handling conflict and collaboration effectively</a:t>
                      </a:r>
                    </a:p>
                  </a:txBody>
                  <a:tcPr anchor="ctr">
                    <a:lnL>
                      <a:noFill/>
                    </a:lnL>
                    <a:lnR>
                      <a:noFill/>
                    </a:lnR>
                    <a:lnT>
                      <a:noFill/>
                    </a:lnT>
                    <a:lnB>
                      <a:noFill/>
                    </a:lnB>
                    <a:noFill/>
                  </a:tcPr>
                </a:tc>
                <a:extLst>
                  <a:ext uri="{0D108BD9-81ED-4DB2-BD59-A6C34878D82A}">
                    <a16:rowId xmlns:a16="http://schemas.microsoft.com/office/drawing/2014/main" val="4257035551"/>
                  </a:ext>
                </a:extLst>
              </a:tr>
              <a:tr h="0">
                <a:tc>
                  <a:txBody>
                    <a:bodyPr/>
                    <a:lstStyle/>
                    <a:p>
                      <a:pPr>
                        <a:buNone/>
                      </a:pPr>
                      <a:r>
                        <a:rPr lang="en-IN" sz="1400" b="1" dirty="0">
                          <a:latin typeface="Tahoma" panose="020B0604030504040204" pitchFamily="34" charset="0"/>
                          <a:ea typeface="Tahoma" panose="020B0604030504040204" pitchFamily="34" charset="0"/>
                          <a:cs typeface="Tahoma" panose="020B0604030504040204" pitchFamily="34" charset="0"/>
                        </a:rPr>
                        <a:t>Business Competencies</a:t>
                      </a:r>
                      <a:endParaRPr lang="en-IN" sz="1400" dirty="0">
                        <a:latin typeface="Tahoma" panose="020B0604030504040204" pitchFamily="34" charset="0"/>
                        <a:ea typeface="Tahoma" panose="020B0604030504040204" pitchFamily="34" charset="0"/>
                        <a:cs typeface="Tahoma" panose="020B0604030504040204" pitchFamily="34" charset="0"/>
                      </a:endParaRPr>
                    </a:p>
                  </a:txBody>
                  <a:tcPr anchor="ctr">
                    <a:lnL>
                      <a:noFill/>
                    </a:lnL>
                    <a:lnR>
                      <a:noFill/>
                    </a:lnR>
                    <a:lnT>
                      <a:noFill/>
                    </a:lnT>
                    <a:lnB>
                      <a:noFill/>
                    </a:lnB>
                    <a:noFill/>
                  </a:tcPr>
                </a:tc>
                <a:tc>
                  <a:txBody>
                    <a:bodyPr/>
                    <a:lstStyle/>
                    <a:p>
                      <a:pPr>
                        <a:buNone/>
                      </a:pPr>
                      <a:r>
                        <a:rPr lang="en-US" sz="1400">
                          <a:latin typeface="Tahoma" panose="020B0604030504040204" pitchFamily="34" charset="0"/>
                          <a:ea typeface="Tahoma" panose="020B0604030504040204" pitchFamily="34" charset="0"/>
                          <a:cs typeface="Tahoma" panose="020B0604030504040204" pitchFamily="34" charset="0"/>
                        </a:rPr>
                        <a:t>• Business acumen • Consultation • Analytical aptitude</a:t>
                      </a:r>
                    </a:p>
                  </a:txBody>
                  <a:tcPr anchor="ctr">
                    <a:lnL>
                      <a:noFill/>
                    </a:lnL>
                    <a:lnR>
                      <a:noFill/>
                    </a:lnR>
                    <a:lnT>
                      <a:noFill/>
                    </a:lnT>
                    <a:lnB>
                      <a:noFill/>
                    </a:lnB>
                    <a:noFill/>
                  </a:tcPr>
                </a:tc>
                <a:tc>
                  <a:txBody>
                    <a:bodyPr/>
                    <a:lstStyle/>
                    <a:p>
                      <a:pPr>
                        <a:buNone/>
                      </a:pPr>
                      <a:r>
                        <a:rPr lang="en-US" sz="1400" dirty="0">
                          <a:latin typeface="Tahoma" panose="020B0604030504040204" pitchFamily="34" charset="0"/>
                          <a:ea typeface="Tahoma" panose="020B0604030504040204" pitchFamily="34" charset="0"/>
                          <a:cs typeface="Tahoma" panose="020B0604030504040204" pitchFamily="34" charset="0"/>
                        </a:rPr>
                        <a:t>Understanding the business context, advising managers on people decisions, and using data to support HR decisions</a:t>
                      </a:r>
                    </a:p>
                  </a:txBody>
                  <a:tcPr anchor="ctr">
                    <a:lnL>
                      <a:noFill/>
                    </a:lnL>
                    <a:lnR>
                      <a:noFill/>
                    </a:lnR>
                    <a:lnT>
                      <a:noFill/>
                    </a:lnT>
                    <a:lnB>
                      <a:noFill/>
                    </a:lnB>
                    <a:noFill/>
                  </a:tcPr>
                </a:tc>
                <a:extLst>
                  <a:ext uri="{0D108BD9-81ED-4DB2-BD59-A6C34878D82A}">
                    <a16:rowId xmlns:a16="http://schemas.microsoft.com/office/drawing/2014/main" val="1784188937"/>
                  </a:ext>
                </a:extLst>
              </a:tr>
            </a:tbl>
          </a:graphicData>
        </a:graphic>
      </p:graphicFrame>
    </p:spTree>
    <p:extLst>
      <p:ext uri="{BB962C8B-B14F-4D97-AF65-F5344CB8AC3E}">
        <p14:creationId xmlns:p14="http://schemas.microsoft.com/office/powerpoint/2010/main" val="15400015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B9EA6F-DE9A-0BC6-408F-BF52D8CA3BD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04D8A57-5B54-D055-25EF-4176AE19F302}"/>
              </a:ext>
            </a:extLst>
          </p:cNvPr>
          <p:cNvSpPr>
            <a:spLocks noGrp="1"/>
          </p:cNvSpPr>
          <p:nvPr>
            <p:ph idx="1"/>
          </p:nvPr>
        </p:nvSpPr>
        <p:spPr>
          <a:xfrm>
            <a:off x="838200" y="2013646"/>
            <a:ext cx="10820400" cy="2671646"/>
          </a:xfrm>
          <a:ln>
            <a:solidFill>
              <a:schemeClr val="bg2">
                <a:lumMod val="90000"/>
              </a:schemeClr>
            </a:solidFill>
          </a:ln>
        </p:spPr>
        <p:txBody>
          <a:bodyPr>
            <a:normAutofit/>
          </a:bodyPr>
          <a:lstStyle/>
          <a:p>
            <a:pPr marL="0" indent="0">
              <a:lnSpc>
                <a:spcPct val="200000"/>
              </a:lnSpc>
              <a:buNone/>
            </a:pPr>
            <a:r>
              <a:rPr lang="en-US" sz="1800" dirty="0">
                <a:latin typeface="Tahoma" panose="020B0604030504040204" pitchFamily="34" charset="0"/>
                <a:ea typeface="Tahoma" panose="020B0604030504040204" pitchFamily="34" charset="0"/>
                <a:cs typeface="Tahoma" panose="020B0604030504040204" pitchFamily="34" charset="0"/>
              </a:rPr>
              <a:t>By calling these ‘HR manager competencies’, are we implying that line managers don’t need them, or that people management can be outsourced to HR?</a:t>
            </a:r>
          </a:p>
          <a:p>
            <a:pPr marL="0" indent="0">
              <a:lnSpc>
                <a:spcPct val="200000"/>
              </a:lnSpc>
              <a:buNone/>
            </a:pPr>
            <a:r>
              <a:rPr lang="en-US" sz="1800" i="1" dirty="0">
                <a:latin typeface="Tahoma" panose="020B0604030504040204" pitchFamily="34" charset="0"/>
                <a:ea typeface="Tahoma" panose="020B0604030504040204" pitchFamily="34" charset="0"/>
                <a:cs typeface="Tahoma" panose="020B0604030504040204" pitchFamily="34" charset="0"/>
              </a:rPr>
              <a:t>When employee discontent at IndiGo became public, was it merely a crisis or a failure of leadership to understand and respond to its people concerns?</a:t>
            </a:r>
          </a:p>
          <a:p>
            <a:pPr marL="0" indent="0">
              <a:lnSpc>
                <a:spcPct val="200000"/>
              </a:lnSpc>
              <a:buNone/>
            </a:pPr>
            <a:endParaRPr lang="en-IN" sz="1800" dirty="0">
              <a:latin typeface="Tahoma" panose="020B0604030504040204" pitchFamily="34" charset="0"/>
              <a:ea typeface="Tahoma" panose="020B0604030504040204" pitchFamily="34" charset="0"/>
              <a:cs typeface="Tahoma" panose="020B0604030504040204" pitchFamily="34" charset="0"/>
            </a:endParaRPr>
          </a:p>
        </p:txBody>
      </p:sp>
      <p:cxnSp>
        <p:nvCxnSpPr>
          <p:cNvPr id="4" name="Straight Connector 3">
            <a:extLst>
              <a:ext uri="{FF2B5EF4-FFF2-40B4-BE49-F238E27FC236}">
                <a16:creationId xmlns:a16="http://schemas.microsoft.com/office/drawing/2014/main" id="{7C18E10C-29A6-FB67-F08F-FBA82EEE8111}"/>
              </a:ext>
            </a:extLst>
          </p:cNvPr>
          <p:cNvCxnSpPr/>
          <p:nvPr/>
        </p:nvCxnSpPr>
        <p:spPr>
          <a:xfrm>
            <a:off x="256032" y="1197864"/>
            <a:ext cx="11786616"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5" name="Title 1">
            <a:extLst>
              <a:ext uri="{FF2B5EF4-FFF2-40B4-BE49-F238E27FC236}">
                <a16:creationId xmlns:a16="http://schemas.microsoft.com/office/drawing/2014/main" id="{26739CBF-D59C-A9F2-214C-E7BB696D2D68}"/>
              </a:ext>
            </a:extLst>
          </p:cNvPr>
          <p:cNvSpPr>
            <a:spLocks noGrp="1"/>
          </p:cNvSpPr>
          <p:nvPr>
            <p:ph type="title"/>
          </p:nvPr>
        </p:nvSpPr>
        <p:spPr>
          <a:xfrm>
            <a:off x="838200" y="356552"/>
            <a:ext cx="10515600" cy="420688"/>
          </a:xfrm>
        </p:spPr>
        <p:txBody>
          <a:bodyPr>
            <a:noAutofit/>
          </a:bodyPr>
          <a:lstStyle/>
          <a:p>
            <a:r>
              <a:rPr lang="en-US" sz="2800" dirty="0">
                <a:latin typeface="Tahoma" panose="020B0604030504040204" pitchFamily="34" charset="0"/>
                <a:ea typeface="Tahoma" panose="020B0604030504040204" pitchFamily="34" charset="0"/>
                <a:cs typeface="Tahoma" panose="020B0604030504040204" pitchFamily="34" charset="0"/>
              </a:rPr>
              <a:t>Reflect and Wrap-up</a:t>
            </a:r>
            <a:endParaRPr lang="en-IN" sz="2800" dirty="0">
              <a:latin typeface="Tahoma" panose="020B0604030504040204" pitchFamily="34" charset="0"/>
              <a:ea typeface="Tahoma" panose="020B0604030504040204" pitchFamily="34" charset="0"/>
              <a:cs typeface="Tahoma" panose="020B0604030504040204" pitchFamily="34" charset="0"/>
            </a:endParaRPr>
          </a:p>
        </p:txBody>
      </p:sp>
      <p:sp>
        <p:nvSpPr>
          <p:cNvPr id="2" name="Slide Number Placeholder 1">
            <a:extLst>
              <a:ext uri="{FF2B5EF4-FFF2-40B4-BE49-F238E27FC236}">
                <a16:creationId xmlns:a16="http://schemas.microsoft.com/office/drawing/2014/main" id="{0FE13450-F9C5-1510-C25D-85D86C3495D6}"/>
              </a:ext>
            </a:extLst>
          </p:cNvPr>
          <p:cNvSpPr>
            <a:spLocks noGrp="1"/>
          </p:cNvSpPr>
          <p:nvPr>
            <p:ph type="sldNum" sz="quarter" idx="12"/>
          </p:nvPr>
        </p:nvSpPr>
        <p:spPr/>
        <p:txBody>
          <a:bodyPr/>
          <a:lstStyle/>
          <a:p>
            <a:fld id="{AADF62B3-C5AA-40A0-A9F3-B28CB0ADD062}" type="slidenum">
              <a:rPr lang="en-IN" smtClean="0"/>
              <a:t>17</a:t>
            </a:fld>
            <a:endParaRPr lang="en-IN"/>
          </a:p>
        </p:txBody>
      </p:sp>
    </p:spTree>
    <p:extLst>
      <p:ext uri="{BB962C8B-B14F-4D97-AF65-F5344CB8AC3E}">
        <p14:creationId xmlns:p14="http://schemas.microsoft.com/office/powerpoint/2010/main" val="164728068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4339</TotalTime>
  <Words>1919</Words>
  <Application>Microsoft Office PowerPoint</Application>
  <PresentationFormat>Widescreen</PresentationFormat>
  <Paragraphs>206</Paragraphs>
  <Slides>17</Slides>
  <Notes>16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Arial</vt:lpstr>
      <vt:lpstr>Calibri</vt:lpstr>
      <vt:lpstr>Calibri Light</vt:lpstr>
      <vt:lpstr>Tahoma</vt:lpstr>
      <vt:lpstr>Office Theme</vt:lpstr>
      <vt:lpstr>Human Resource Management  </vt:lpstr>
      <vt:lpstr>Reflect  </vt:lpstr>
      <vt:lpstr> Hard Vs Soft HRM </vt:lpstr>
      <vt:lpstr>So, what is HRM? </vt:lpstr>
      <vt:lpstr>What is HRM? </vt:lpstr>
      <vt:lpstr>Competing definitions of HRM  </vt:lpstr>
      <vt:lpstr> HRM Today: Responding to AI-Driven Change</vt:lpstr>
      <vt:lpstr>Scope of HRM - It covers the entire employee lifecycle—from entry to exit</vt:lpstr>
      <vt:lpstr> Emerging Trends in HRM</vt:lpstr>
      <vt:lpstr>Key Challenges for HRM</vt:lpstr>
      <vt:lpstr>Reflect </vt:lpstr>
      <vt:lpstr>Why HRM Is Important to All Managers?</vt:lpstr>
      <vt:lpstr>HR as a Profit Center </vt:lpstr>
      <vt:lpstr>Strategic HRM</vt:lpstr>
      <vt:lpstr>Factors affecting HRM </vt:lpstr>
      <vt:lpstr> HR Manager’s competencies </vt:lpstr>
      <vt:lpstr>Reflect and Wrap-up</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Sumagna Bhowmick</dc:creator>
  <cp:lastModifiedBy>Sumagna Bhowmick</cp:lastModifiedBy>
  <cp:revision>16</cp:revision>
  <dcterms:created xsi:type="dcterms:W3CDTF">2025-02-15T06:55:12Z</dcterms:created>
  <dcterms:modified xsi:type="dcterms:W3CDTF">2026-01-05T08:14:12Z</dcterms:modified>
</cp:coreProperties>
</file>