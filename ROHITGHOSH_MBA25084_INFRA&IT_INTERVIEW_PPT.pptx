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186" y="174881"/>
            <a:ext cx="5901886" cy="1696396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IN" sz="3600" dirty="0"/>
              <a:t>INFRASTRUCTURE</a:t>
            </a:r>
            <a:r>
              <a:rPr lang="en-IN" dirty="0"/>
              <a:t> &amp; IT COMMITTEE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7952" y="2777249"/>
            <a:ext cx="833367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00"/>
                </a:solidFill>
              </a:defRPr>
            </a:pPr>
            <a:r>
              <a:rPr dirty="0"/>
              <a:t>Why You Should Hire Me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lang="en-US" dirty="0"/>
              <a:t>Experience in building and deploying web apps with  automation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lang="en-US" dirty="0"/>
              <a:t>Experience in developing AI driven project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lang="en-US" dirty="0"/>
              <a:t>Strong problem-solving mindset with proven adaptability across projects and internships</a:t>
            </a:r>
          </a:p>
          <a:p>
            <a:pPr>
              <a:defRPr sz="1400"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1665" y="3870527"/>
            <a:ext cx="834682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00"/>
                </a:solidFill>
              </a:defRPr>
            </a:pPr>
            <a:r>
              <a:rPr dirty="0"/>
              <a:t>My Plans for the Committee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Propose a tech-driven hostel management system (digital complaint tracking, maintenance logs, real-time updates)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Strengthen IT infrastructure (Wi-Fi monitoring, data security awareness, cloud-based storage)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Implement student-centric solution</a:t>
            </a:r>
            <a:r>
              <a:rPr lang="en-US" dirty="0"/>
              <a:t>s</a:t>
            </a:r>
            <a:r>
              <a:rPr dirty="0"/>
              <a:t> </a:t>
            </a:r>
            <a:r>
              <a:rPr lang="en-US" dirty="0"/>
              <a:t>for example ,  an </a:t>
            </a:r>
            <a:r>
              <a:rPr dirty="0"/>
              <a:t>app</a:t>
            </a:r>
            <a:r>
              <a:rPr lang="en-US" dirty="0"/>
              <a:t> </a:t>
            </a:r>
            <a:r>
              <a:rPr dirty="0"/>
              <a:t> for facility booking</a:t>
            </a:r>
            <a:r>
              <a:rPr lang="en-US" dirty="0"/>
              <a:t> would be good.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67952" y="5132411"/>
            <a:ext cx="8322877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00"/>
                </a:solidFill>
              </a:defRPr>
            </a:pPr>
            <a:r>
              <a:rPr dirty="0"/>
              <a:t>What I Bring to the Table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Process orientation: Experience in building </a:t>
            </a:r>
            <a:r>
              <a:rPr lang="en-US" dirty="0"/>
              <a:t>cloud based</a:t>
            </a:r>
            <a:r>
              <a:rPr dirty="0"/>
              <a:t> systems and ensuring usability</a:t>
            </a:r>
            <a:r>
              <a:rPr lang="en-US" dirty="0"/>
              <a:t>.</a:t>
            </a:r>
            <a:endParaRPr dirty="0"/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Collaborative spirit: Comfortable working in cross-functional teams</a:t>
            </a:r>
            <a:r>
              <a:rPr lang="en-US" dirty="0"/>
              <a:t>.</a:t>
            </a:r>
            <a:endParaRPr dirty="0"/>
          </a:p>
          <a:p>
            <a:pPr marL="285750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Passion for campus improvement: Keen interest in making hostel &amp; IT facilities efficient, safe, and student-</a:t>
            </a:r>
            <a:r>
              <a:rPr lang="en-US" dirty="0"/>
              <a:t>  </a:t>
            </a:r>
            <a:r>
              <a:rPr dirty="0"/>
              <a:t>friendly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7" name="Picture 6" descr="A blue shield with a book and sun&#10;&#10;AI-generated content may be incorrect.">
            <a:extLst>
              <a:ext uri="{FF2B5EF4-FFF2-40B4-BE49-F238E27FC236}">
                <a16:creationId xmlns:a16="http://schemas.microsoft.com/office/drawing/2014/main" id="{B980CD73-F71E-68D9-CE1E-9C5732EF1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2" y="113409"/>
            <a:ext cx="1364234" cy="1020447"/>
          </a:xfrm>
          <a:prstGeom prst="rect">
            <a:avLst/>
          </a:prstGeom>
        </p:spPr>
      </p:pic>
      <p:pic>
        <p:nvPicPr>
          <p:cNvPr id="11" name="Picture 10" descr="A logo with mountains and text&#10;&#10;AI-generated content may be incorrect.">
            <a:extLst>
              <a:ext uri="{FF2B5EF4-FFF2-40B4-BE49-F238E27FC236}">
                <a16:creationId xmlns:a16="http://schemas.microsoft.com/office/drawing/2014/main" id="{635C6B2B-35B1-2B85-70AA-A41815B1D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0"/>
            <a:ext cx="1709928" cy="11385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DF5131-74A3-A3EE-68B5-614089C70EC1}"/>
              </a:ext>
            </a:extLst>
          </p:cNvPr>
          <p:cNvSpPr txBox="1"/>
          <p:nvPr/>
        </p:nvSpPr>
        <p:spPr>
          <a:xfrm>
            <a:off x="167952" y="1852522"/>
            <a:ext cx="41440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ROHIT GHOSH</a:t>
            </a:r>
            <a:endParaRPr lang="en-IN" sz="4000" dirty="0"/>
          </a:p>
        </p:txBody>
      </p:sp>
      <p:pic>
        <p:nvPicPr>
          <p:cNvPr id="13" name="Picture 12" descr="A person with a mustache wearing a tie&#10;&#10;AI-generated content may be incorrect.">
            <a:extLst>
              <a:ext uri="{FF2B5EF4-FFF2-40B4-BE49-F238E27FC236}">
                <a16:creationId xmlns:a16="http://schemas.microsoft.com/office/drawing/2014/main" id="{6C659AF2-E1E9-F37F-E20D-0608A105A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624" y="1346067"/>
            <a:ext cx="1258824" cy="16184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137</Words>
  <Application>Microsoft Office PowerPoint</Application>
  <PresentationFormat>On-screen Show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INFRASTRUCTURE &amp; IT COMMITTEE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ROHIT GHOSH_MBA25084</dc:creator>
  <cp:keywords/>
  <dc:description>generated using python-pptx</dc:description>
  <cp:lastModifiedBy>ROHIT GHOSH</cp:lastModifiedBy>
  <cp:revision>18</cp:revision>
  <dcterms:created xsi:type="dcterms:W3CDTF">2013-01-27T09:14:16Z</dcterms:created>
  <dcterms:modified xsi:type="dcterms:W3CDTF">2025-08-25T18:03:21Z</dcterms:modified>
  <cp:category/>
</cp:coreProperties>
</file>